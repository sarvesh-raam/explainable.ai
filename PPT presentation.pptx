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65" r:id="rId5"/>
    <p:sldId id="266" r:id="rId6"/>
    <p:sldId id="259" r:id="rId7"/>
    <p:sldId id="267" r:id="rId8"/>
    <p:sldId id="268" r:id="rId9"/>
    <p:sldId id="269" r:id="rId10"/>
    <p:sldId id="270" r:id="rId11"/>
    <p:sldId id="275" r:id="rId12"/>
    <p:sldId id="274" r:id="rId13"/>
    <p:sldId id="273" r:id="rId14"/>
    <p:sldId id="272" r:id="rId15"/>
    <p:sldId id="271" r:id="rId16"/>
    <p:sldId id="276" r:id="rId17"/>
    <p:sldId id="278" r:id="rId18"/>
    <p:sldId id="277" r:id="rId19"/>
    <p:sldId id="286" r:id="rId20"/>
    <p:sldId id="260" r:id="rId21"/>
    <p:sldId id="261" r:id="rId22"/>
    <p:sldId id="262" r:id="rId23"/>
    <p:sldId id="279" r:id="rId24"/>
    <p:sldId id="263" r:id="rId25"/>
    <p:sldId id="280" r:id="rId26"/>
    <p:sldId id="281" r:id="rId27"/>
    <p:sldId id="282" r:id="rId28"/>
    <p:sldId id="264" r:id="rId29"/>
    <p:sldId id="283" r:id="rId30"/>
    <p:sldId id="284" r:id="rId31"/>
    <p:sldId id="28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 R" userId="a32c509e2cb9809c" providerId="LiveId" clId="{0E9E750B-B54A-40CF-ADF8-01BB7EAE700B}"/>
    <pc:docChg chg="undo custSel addSld delSld modSld">
      <pc:chgData name="Vignesh R" userId="a32c509e2cb9809c" providerId="LiveId" clId="{0E9E750B-B54A-40CF-ADF8-01BB7EAE700B}" dt="2026-01-27T01:39:17.006" v="533" actId="255"/>
      <pc:docMkLst>
        <pc:docMk/>
      </pc:docMkLst>
      <pc:sldChg chg="addSp delSp modSp mod">
        <pc:chgData name="Vignesh R" userId="a32c509e2cb9809c" providerId="LiveId" clId="{0E9E750B-B54A-40CF-ADF8-01BB7EAE700B}" dt="2026-01-26T18:32:59.298" v="164" actId="255"/>
        <pc:sldMkLst>
          <pc:docMk/>
          <pc:sldMk cId="2458337803" sldId="256"/>
        </pc:sldMkLst>
        <pc:spChg chg="mod">
          <ac:chgData name="Vignesh R" userId="a32c509e2cb9809c" providerId="LiveId" clId="{0E9E750B-B54A-40CF-ADF8-01BB7EAE700B}" dt="2026-01-26T18:32:59.298" v="164" actId="255"/>
          <ac:spMkLst>
            <pc:docMk/>
            <pc:sldMk cId="2458337803" sldId="256"/>
            <ac:spMk id="2" creationId="{54FC4C8B-E490-A690-7E2B-CE1A08090B8E}"/>
          </ac:spMkLst>
        </pc:spChg>
        <pc:spChg chg="mod">
          <ac:chgData name="Vignesh R" userId="a32c509e2cb9809c" providerId="LiveId" clId="{0E9E750B-B54A-40CF-ADF8-01BB7EAE700B}" dt="2026-01-26T11:50:53.306" v="162" actId="255"/>
          <ac:spMkLst>
            <pc:docMk/>
            <pc:sldMk cId="2458337803" sldId="256"/>
            <ac:spMk id="3" creationId="{AB62C648-D747-6594-131E-9E1DA54D5EAD}"/>
          </ac:spMkLst>
        </pc:spChg>
        <pc:spChg chg="add del mod">
          <ac:chgData name="Vignesh R" userId="a32c509e2cb9809c" providerId="LiveId" clId="{0E9E750B-B54A-40CF-ADF8-01BB7EAE700B}" dt="2026-01-26T11:49:08.634" v="51"/>
          <ac:spMkLst>
            <pc:docMk/>
            <pc:sldMk cId="2458337803" sldId="256"/>
            <ac:spMk id="4" creationId="{57578F45-2F6B-3A61-ECD4-17F4535A51A9}"/>
          </ac:spMkLst>
        </pc:spChg>
        <pc:spChg chg="add del mod">
          <ac:chgData name="Vignesh R" userId="a32c509e2cb9809c" providerId="LiveId" clId="{0E9E750B-B54A-40CF-ADF8-01BB7EAE700B}" dt="2026-01-26T11:49:08.634" v="53"/>
          <ac:spMkLst>
            <pc:docMk/>
            <pc:sldMk cId="2458337803" sldId="256"/>
            <ac:spMk id="5" creationId="{F4651F75-6209-B4BA-23A6-85A4F27B8382}"/>
          </ac:spMkLst>
        </pc:spChg>
        <pc:spChg chg="add mod">
          <ac:chgData name="Vignesh R" userId="a32c509e2cb9809c" providerId="LiveId" clId="{0E9E750B-B54A-40CF-ADF8-01BB7EAE700B}" dt="2026-01-26T11:49:05.524" v="47" actId="767"/>
          <ac:spMkLst>
            <pc:docMk/>
            <pc:sldMk cId="2458337803" sldId="256"/>
            <ac:spMk id="6" creationId="{556A764C-33EA-7B76-8F57-44F48B98561D}"/>
          </ac:spMkLst>
        </pc:spChg>
        <pc:spChg chg="add mod">
          <ac:chgData name="Vignesh R" userId="a32c509e2cb9809c" providerId="LiveId" clId="{0E9E750B-B54A-40CF-ADF8-01BB7EAE700B}" dt="2026-01-26T11:49:06.027" v="48" actId="767"/>
          <ac:spMkLst>
            <pc:docMk/>
            <pc:sldMk cId="2458337803" sldId="256"/>
            <ac:spMk id="7" creationId="{E9A7429A-BF98-42B3-8084-A486B7A7C4E1}"/>
          </ac:spMkLst>
        </pc:spChg>
        <pc:spChg chg="add del mod">
          <ac:chgData name="Vignesh R" userId="a32c509e2cb9809c" providerId="LiveId" clId="{0E9E750B-B54A-40CF-ADF8-01BB7EAE700B}" dt="2026-01-26T11:49:08.634" v="55"/>
          <ac:spMkLst>
            <pc:docMk/>
            <pc:sldMk cId="2458337803" sldId="256"/>
            <ac:spMk id="8" creationId="{2915C230-B0DC-AF0A-2F8F-0B5D9781EF9B}"/>
          </ac:spMkLst>
        </pc:spChg>
      </pc:sldChg>
      <pc:sldChg chg="modSp mod">
        <pc:chgData name="Vignesh R" userId="a32c509e2cb9809c" providerId="LiveId" clId="{0E9E750B-B54A-40CF-ADF8-01BB7EAE700B}" dt="2026-01-26T18:34:15.393" v="170" actId="2711"/>
        <pc:sldMkLst>
          <pc:docMk/>
          <pc:sldMk cId="515803500" sldId="257"/>
        </pc:sldMkLst>
        <pc:spChg chg="mod">
          <ac:chgData name="Vignesh R" userId="a32c509e2cb9809c" providerId="LiveId" clId="{0E9E750B-B54A-40CF-ADF8-01BB7EAE700B}" dt="2026-01-26T18:34:15.393" v="170" actId="2711"/>
          <ac:spMkLst>
            <pc:docMk/>
            <pc:sldMk cId="515803500" sldId="257"/>
            <ac:spMk id="3" creationId="{6370AE60-1BCF-9DB5-0DD1-9677B37D3C49}"/>
          </ac:spMkLst>
        </pc:spChg>
      </pc:sldChg>
      <pc:sldChg chg="modSp mod">
        <pc:chgData name="Vignesh R" userId="a32c509e2cb9809c" providerId="LiveId" clId="{0E9E750B-B54A-40CF-ADF8-01BB7EAE700B}" dt="2026-01-26T18:35:41.890" v="180" actId="5793"/>
        <pc:sldMkLst>
          <pc:docMk/>
          <pc:sldMk cId="907613140" sldId="258"/>
        </pc:sldMkLst>
        <pc:spChg chg="mod">
          <ac:chgData name="Vignesh R" userId="a32c509e2cb9809c" providerId="LiveId" clId="{0E9E750B-B54A-40CF-ADF8-01BB7EAE700B}" dt="2026-01-26T18:35:41.890" v="180" actId="5793"/>
          <ac:spMkLst>
            <pc:docMk/>
            <pc:sldMk cId="907613140" sldId="258"/>
            <ac:spMk id="3" creationId="{2D4E1B9E-B6CE-FC33-1BC3-4710F2B171E7}"/>
          </ac:spMkLst>
        </pc:spChg>
      </pc:sldChg>
      <pc:sldChg chg="addSp delSp modSp mod">
        <pc:chgData name="Vignesh R" userId="a32c509e2cb9809c" providerId="LiveId" clId="{0E9E750B-B54A-40CF-ADF8-01BB7EAE700B}" dt="2026-01-27T00:47:41.852" v="209" actId="22"/>
        <pc:sldMkLst>
          <pc:docMk/>
          <pc:sldMk cId="2187422239" sldId="259"/>
        </pc:sldMkLst>
        <pc:spChg chg="del">
          <ac:chgData name="Vignesh R" userId="a32c509e2cb9809c" providerId="LiveId" clId="{0E9E750B-B54A-40CF-ADF8-01BB7EAE700B}" dt="2026-01-27T00:47:41.852" v="209" actId="22"/>
          <ac:spMkLst>
            <pc:docMk/>
            <pc:sldMk cId="2187422239" sldId="259"/>
            <ac:spMk id="3" creationId="{B0A746B0-C4E5-F520-91D7-1151F04B1527}"/>
          </ac:spMkLst>
        </pc:spChg>
        <pc:picChg chg="add mod ord">
          <ac:chgData name="Vignesh R" userId="a32c509e2cb9809c" providerId="LiveId" clId="{0E9E750B-B54A-40CF-ADF8-01BB7EAE700B}" dt="2026-01-27T00:47:41.852" v="209" actId="22"/>
          <ac:picMkLst>
            <pc:docMk/>
            <pc:sldMk cId="2187422239" sldId="259"/>
            <ac:picMk id="5" creationId="{8F11374E-87C2-145D-93E9-78BA1CBDD52C}"/>
          </ac:picMkLst>
        </pc:picChg>
      </pc:sldChg>
      <pc:sldChg chg="addSp delSp modSp mod">
        <pc:chgData name="Vignesh R" userId="a32c509e2cb9809c" providerId="LiveId" clId="{0E9E750B-B54A-40CF-ADF8-01BB7EAE700B}" dt="2026-01-27T01:39:17.006" v="533" actId="255"/>
        <pc:sldMkLst>
          <pc:docMk/>
          <pc:sldMk cId="2659458087" sldId="260"/>
        </pc:sldMkLst>
        <pc:spChg chg="del">
          <ac:chgData name="Vignesh R" userId="a32c509e2cb9809c" providerId="LiveId" clId="{0E9E750B-B54A-40CF-ADF8-01BB7EAE700B}" dt="2026-01-27T00:51:24.658" v="248" actId="22"/>
          <ac:spMkLst>
            <pc:docMk/>
            <pc:sldMk cId="2659458087" sldId="260"/>
            <ac:spMk id="3" creationId="{71D84A08-4931-6AE0-57E0-8D353C0EBE27}"/>
          </ac:spMkLst>
        </pc:spChg>
        <pc:spChg chg="add mod">
          <ac:chgData name="Vignesh R" userId="a32c509e2cb9809c" providerId="LiveId" clId="{0E9E750B-B54A-40CF-ADF8-01BB7EAE700B}" dt="2026-01-27T01:39:17.006" v="533" actId="255"/>
          <ac:spMkLst>
            <pc:docMk/>
            <pc:sldMk cId="2659458087" sldId="260"/>
            <ac:spMk id="7" creationId="{A32EA14C-6944-B984-08F8-92CDE0E0D285}"/>
          </ac:spMkLst>
        </pc:spChg>
        <pc:picChg chg="add del mod ord">
          <ac:chgData name="Vignesh R" userId="a32c509e2cb9809c" providerId="LiveId" clId="{0E9E750B-B54A-40CF-ADF8-01BB7EAE700B}" dt="2026-01-27T01:26:21.661" v="518" actId="21"/>
          <ac:picMkLst>
            <pc:docMk/>
            <pc:sldMk cId="2659458087" sldId="260"/>
            <ac:picMk id="5" creationId="{40488EBD-DE38-44E4-2A88-87FB87671F84}"/>
          </ac:picMkLst>
        </pc:picChg>
      </pc:sldChg>
      <pc:sldChg chg="addSp delSp modSp mod">
        <pc:chgData name="Vignesh R" userId="a32c509e2cb9809c" providerId="LiveId" clId="{0E9E750B-B54A-40CF-ADF8-01BB7EAE700B}" dt="2026-01-27T00:58:17.921" v="277" actId="2711"/>
        <pc:sldMkLst>
          <pc:docMk/>
          <pc:sldMk cId="877531418" sldId="261"/>
        </pc:sldMkLst>
        <pc:spChg chg="add del mod">
          <ac:chgData name="Vignesh R" userId="a32c509e2cb9809c" providerId="LiveId" clId="{0E9E750B-B54A-40CF-ADF8-01BB7EAE700B}" dt="2026-01-27T00:58:17.921" v="277" actId="2711"/>
          <ac:spMkLst>
            <pc:docMk/>
            <pc:sldMk cId="877531418" sldId="261"/>
            <ac:spMk id="3" creationId="{4C1E3AF3-DEDC-D307-4A5C-67442E678932}"/>
          </ac:spMkLst>
        </pc:spChg>
        <pc:spChg chg="add mod">
          <ac:chgData name="Vignesh R" userId="a32c509e2cb9809c" providerId="LiveId" clId="{0E9E750B-B54A-40CF-ADF8-01BB7EAE700B}" dt="2026-01-27T00:56:55.905" v="256"/>
          <ac:spMkLst>
            <pc:docMk/>
            <pc:sldMk cId="877531418" sldId="261"/>
            <ac:spMk id="4" creationId="{731B6C7E-7F37-ABAC-38BD-798561375322}"/>
          </ac:spMkLst>
        </pc:spChg>
      </pc:sldChg>
      <pc:sldChg chg="modSp mod">
        <pc:chgData name="Vignesh R" userId="a32c509e2cb9809c" providerId="LiveId" clId="{0E9E750B-B54A-40CF-ADF8-01BB7EAE700B}" dt="2026-01-27T00:59:56.894" v="283" actId="27636"/>
        <pc:sldMkLst>
          <pc:docMk/>
          <pc:sldMk cId="3403591354" sldId="262"/>
        </pc:sldMkLst>
        <pc:spChg chg="mod">
          <ac:chgData name="Vignesh R" userId="a32c509e2cb9809c" providerId="LiveId" clId="{0E9E750B-B54A-40CF-ADF8-01BB7EAE700B}" dt="2026-01-27T00:59:56.894" v="283" actId="27636"/>
          <ac:spMkLst>
            <pc:docMk/>
            <pc:sldMk cId="3403591354" sldId="262"/>
            <ac:spMk id="3" creationId="{362E39DE-7195-2F88-2B1C-D88F0B51D6CE}"/>
          </ac:spMkLst>
        </pc:spChg>
      </pc:sldChg>
      <pc:sldChg chg="modSp mod">
        <pc:chgData name="Vignesh R" userId="a32c509e2cb9809c" providerId="LiveId" clId="{0E9E750B-B54A-40CF-ADF8-01BB7EAE700B}" dt="2026-01-27T01:10:12.209" v="353" actId="313"/>
        <pc:sldMkLst>
          <pc:docMk/>
          <pc:sldMk cId="194219691" sldId="263"/>
        </pc:sldMkLst>
        <pc:spChg chg="mod">
          <ac:chgData name="Vignesh R" userId="a32c509e2cb9809c" providerId="LiveId" clId="{0E9E750B-B54A-40CF-ADF8-01BB7EAE700B}" dt="2026-01-27T01:10:12.209" v="353" actId="313"/>
          <ac:spMkLst>
            <pc:docMk/>
            <pc:sldMk cId="194219691" sldId="263"/>
            <ac:spMk id="3" creationId="{D95DC4DB-71AC-3E26-22AD-D09FD72EED4F}"/>
          </ac:spMkLst>
        </pc:spChg>
      </pc:sldChg>
      <pc:sldChg chg="addSp modSp mod">
        <pc:chgData name="Vignesh R" userId="a32c509e2cb9809c" providerId="LiveId" clId="{0E9E750B-B54A-40CF-ADF8-01BB7EAE700B}" dt="2026-01-27T01:16:30.060" v="463" actId="255"/>
        <pc:sldMkLst>
          <pc:docMk/>
          <pc:sldMk cId="277091684" sldId="264"/>
        </pc:sldMkLst>
        <pc:spChg chg="mod">
          <ac:chgData name="Vignesh R" userId="a32c509e2cb9809c" providerId="LiveId" clId="{0E9E750B-B54A-40CF-ADF8-01BB7EAE700B}" dt="2026-01-27T01:16:30.060" v="463" actId="255"/>
          <ac:spMkLst>
            <pc:docMk/>
            <pc:sldMk cId="277091684" sldId="264"/>
            <ac:spMk id="3" creationId="{7B7FCC51-8FEC-3A19-A555-E81BAB0BCBA1}"/>
          </ac:spMkLst>
        </pc:spChg>
        <pc:graphicFrameChg chg="add mod">
          <ac:chgData name="Vignesh R" userId="a32c509e2cb9809c" providerId="LiveId" clId="{0E9E750B-B54A-40CF-ADF8-01BB7EAE700B}" dt="2026-01-27T01:11:27.230" v="366"/>
          <ac:graphicFrameMkLst>
            <pc:docMk/>
            <pc:sldMk cId="277091684" sldId="264"/>
            <ac:graphicFrameMk id="4" creationId="{3B42F571-BFD4-7E1E-9F5C-BFC254FD7BA5}"/>
          </ac:graphicFrameMkLst>
        </pc:graphicFrameChg>
        <pc:graphicFrameChg chg="add mod">
          <ac:chgData name="Vignesh R" userId="a32c509e2cb9809c" providerId="LiveId" clId="{0E9E750B-B54A-40CF-ADF8-01BB7EAE700B}" dt="2026-01-27T01:11:32.870" v="367"/>
          <ac:graphicFrameMkLst>
            <pc:docMk/>
            <pc:sldMk cId="277091684" sldId="264"/>
            <ac:graphicFrameMk id="5" creationId="{DC8133D0-8761-39AA-E270-3B9D3B09D2CF}"/>
          </ac:graphicFrameMkLst>
        </pc:graphicFrameChg>
      </pc:sldChg>
      <pc:sldChg chg="addSp delSp modSp new mod">
        <pc:chgData name="Vignesh R" userId="a32c509e2cb9809c" providerId="LiveId" clId="{0E9E750B-B54A-40CF-ADF8-01BB7EAE700B}" dt="2026-01-26T18:36:48.863" v="192" actId="313"/>
        <pc:sldMkLst>
          <pc:docMk/>
          <pc:sldMk cId="682171591" sldId="265"/>
        </pc:sldMkLst>
        <pc:spChg chg="del">
          <ac:chgData name="Vignesh R" userId="a32c509e2cb9809c" providerId="LiveId" clId="{0E9E750B-B54A-40CF-ADF8-01BB7EAE700B}" dt="2026-01-26T18:36:02.370" v="182" actId="478"/>
          <ac:spMkLst>
            <pc:docMk/>
            <pc:sldMk cId="682171591" sldId="265"/>
            <ac:spMk id="2" creationId="{4C689145-A288-79DB-62D7-366091D7BD9A}"/>
          </ac:spMkLst>
        </pc:spChg>
        <pc:spChg chg="mod">
          <ac:chgData name="Vignesh R" userId="a32c509e2cb9809c" providerId="LiveId" clId="{0E9E750B-B54A-40CF-ADF8-01BB7EAE700B}" dt="2026-01-26T18:36:48.863" v="192" actId="313"/>
          <ac:spMkLst>
            <pc:docMk/>
            <pc:sldMk cId="682171591" sldId="265"/>
            <ac:spMk id="3" creationId="{788751A5-CDF3-D572-2DE7-C3C1540427F9}"/>
          </ac:spMkLst>
        </pc:spChg>
        <pc:spChg chg="add mod">
          <ac:chgData name="Vignesh R" userId="a32c509e2cb9809c" providerId="LiveId" clId="{0E9E750B-B54A-40CF-ADF8-01BB7EAE700B}" dt="2026-01-26T18:36:37.606" v="190"/>
          <ac:spMkLst>
            <pc:docMk/>
            <pc:sldMk cId="682171591" sldId="265"/>
            <ac:spMk id="4" creationId="{02A27509-C653-3541-DDB7-A3CC1B7BBC97}"/>
          </ac:spMkLst>
        </pc:spChg>
      </pc:sldChg>
      <pc:sldChg chg="addSp delSp modSp new mod">
        <pc:chgData name="Vignesh R" userId="a32c509e2cb9809c" providerId="LiveId" clId="{0E9E750B-B54A-40CF-ADF8-01BB7EAE700B}" dt="2026-01-26T18:38:30.286" v="208" actId="2711"/>
        <pc:sldMkLst>
          <pc:docMk/>
          <pc:sldMk cId="1913855713" sldId="266"/>
        </pc:sldMkLst>
        <pc:spChg chg="del">
          <ac:chgData name="Vignesh R" userId="a32c509e2cb9809c" providerId="LiveId" clId="{0E9E750B-B54A-40CF-ADF8-01BB7EAE700B}" dt="2026-01-26T18:38:00.974" v="199" actId="478"/>
          <ac:spMkLst>
            <pc:docMk/>
            <pc:sldMk cId="1913855713" sldId="266"/>
            <ac:spMk id="2" creationId="{8649EF46-C4D2-FA41-B2C3-CEE0A8C6E5F2}"/>
          </ac:spMkLst>
        </pc:spChg>
        <pc:spChg chg="mod">
          <ac:chgData name="Vignesh R" userId="a32c509e2cb9809c" providerId="LiveId" clId="{0E9E750B-B54A-40CF-ADF8-01BB7EAE700B}" dt="2026-01-26T18:38:30.286" v="208" actId="2711"/>
          <ac:spMkLst>
            <pc:docMk/>
            <pc:sldMk cId="1913855713" sldId="266"/>
            <ac:spMk id="3" creationId="{BE316D3F-91A9-488F-1377-138295D83F22}"/>
          </ac:spMkLst>
        </pc:spChg>
        <pc:spChg chg="add mod">
          <ac:chgData name="Vignesh R" userId="a32c509e2cb9809c" providerId="LiveId" clId="{0E9E750B-B54A-40CF-ADF8-01BB7EAE700B}" dt="2026-01-26T18:38:06.377" v="200"/>
          <ac:spMkLst>
            <pc:docMk/>
            <pc:sldMk cId="1913855713" sldId="266"/>
            <ac:spMk id="4" creationId="{4DADB3B8-B62B-2BCA-795C-73C8455145FE}"/>
          </ac:spMkLst>
        </pc:spChg>
      </pc:sldChg>
      <pc:sldChg chg="addSp delSp modSp new mod">
        <pc:chgData name="Vignesh R" userId="a32c509e2cb9809c" providerId="LiveId" clId="{0E9E750B-B54A-40CF-ADF8-01BB7EAE700B}" dt="2026-01-27T00:48:57.118" v="236" actId="22"/>
        <pc:sldMkLst>
          <pc:docMk/>
          <pc:sldMk cId="164622471" sldId="267"/>
        </pc:sldMkLst>
        <pc:spChg chg="del">
          <ac:chgData name="Vignesh R" userId="a32c509e2cb9809c" providerId="LiveId" clId="{0E9E750B-B54A-40CF-ADF8-01BB7EAE700B}" dt="2026-01-27T00:48:14.362" v="214" actId="478"/>
          <ac:spMkLst>
            <pc:docMk/>
            <pc:sldMk cId="164622471" sldId="267"/>
            <ac:spMk id="2" creationId="{44433331-66EF-8750-8924-AF28C8EFC861}"/>
          </ac:spMkLst>
        </pc:spChg>
        <pc:spChg chg="del">
          <ac:chgData name="Vignesh R" userId="a32c509e2cb9809c" providerId="LiveId" clId="{0E9E750B-B54A-40CF-ADF8-01BB7EAE700B}" dt="2026-01-27T00:48:57.118" v="236" actId="22"/>
          <ac:spMkLst>
            <pc:docMk/>
            <pc:sldMk cId="164622471" sldId="267"/>
            <ac:spMk id="3" creationId="{D45F2074-39EA-E2D8-4756-A9C6B5919EF8}"/>
          </ac:spMkLst>
        </pc:spChg>
        <pc:spChg chg="add mod">
          <ac:chgData name="Vignesh R" userId="a32c509e2cb9809c" providerId="LiveId" clId="{0E9E750B-B54A-40CF-ADF8-01BB7EAE700B}" dt="2026-01-27T00:48:14.646" v="215"/>
          <ac:spMkLst>
            <pc:docMk/>
            <pc:sldMk cId="164622471" sldId="267"/>
            <ac:spMk id="4" creationId="{B6E5C561-BD05-F525-69FF-6537CB39E206}"/>
          </ac:spMkLst>
        </pc:spChg>
        <pc:picChg chg="add mod ord">
          <ac:chgData name="Vignesh R" userId="a32c509e2cb9809c" providerId="LiveId" clId="{0E9E750B-B54A-40CF-ADF8-01BB7EAE700B}" dt="2026-01-27T00:48:57.118" v="236" actId="22"/>
          <ac:picMkLst>
            <pc:docMk/>
            <pc:sldMk cId="164622471" sldId="267"/>
            <ac:picMk id="6" creationId="{734380FA-FF03-BA83-684A-D69A6B959659}"/>
          </ac:picMkLst>
        </pc:picChg>
      </pc:sldChg>
      <pc:sldChg chg="addSp delSp modSp new mod">
        <pc:chgData name="Vignesh R" userId="a32c509e2cb9809c" providerId="LiveId" clId="{0E9E750B-B54A-40CF-ADF8-01BB7EAE700B}" dt="2026-01-27T00:49:06.549" v="237" actId="22"/>
        <pc:sldMkLst>
          <pc:docMk/>
          <pc:sldMk cId="4279298277" sldId="268"/>
        </pc:sldMkLst>
        <pc:spChg chg="del">
          <ac:chgData name="Vignesh R" userId="a32c509e2cb9809c" providerId="LiveId" clId="{0E9E750B-B54A-40CF-ADF8-01BB7EAE700B}" dt="2026-01-27T00:48:08.730" v="212" actId="478"/>
          <ac:spMkLst>
            <pc:docMk/>
            <pc:sldMk cId="4279298277" sldId="268"/>
            <ac:spMk id="2" creationId="{376EBE89-1841-1081-93A6-77B0E0CC9822}"/>
          </ac:spMkLst>
        </pc:spChg>
        <pc:spChg chg="del">
          <ac:chgData name="Vignesh R" userId="a32c509e2cb9809c" providerId="LiveId" clId="{0E9E750B-B54A-40CF-ADF8-01BB7EAE700B}" dt="2026-01-27T00:49:06.549" v="237" actId="22"/>
          <ac:spMkLst>
            <pc:docMk/>
            <pc:sldMk cId="4279298277" sldId="268"/>
            <ac:spMk id="3" creationId="{B23B53CA-3AA9-5D7D-07C6-F24DBDBC9E7B}"/>
          </ac:spMkLst>
        </pc:spChg>
        <pc:spChg chg="add mod">
          <ac:chgData name="Vignesh R" userId="a32c509e2cb9809c" providerId="LiveId" clId="{0E9E750B-B54A-40CF-ADF8-01BB7EAE700B}" dt="2026-01-27T00:48:09.118" v="213"/>
          <ac:spMkLst>
            <pc:docMk/>
            <pc:sldMk cId="4279298277" sldId="268"/>
            <ac:spMk id="4" creationId="{89E85955-39BE-2BD0-4099-2C1755934D35}"/>
          </ac:spMkLst>
        </pc:spChg>
        <pc:picChg chg="add mod ord">
          <ac:chgData name="Vignesh R" userId="a32c509e2cb9809c" providerId="LiveId" clId="{0E9E750B-B54A-40CF-ADF8-01BB7EAE700B}" dt="2026-01-27T00:49:06.549" v="237" actId="22"/>
          <ac:picMkLst>
            <pc:docMk/>
            <pc:sldMk cId="4279298277" sldId="268"/>
            <ac:picMk id="6" creationId="{AB299F67-E885-E923-1BD0-5D657E6B9E48}"/>
          </ac:picMkLst>
        </pc:picChg>
      </pc:sldChg>
      <pc:sldChg chg="addSp delSp modSp new mod">
        <pc:chgData name="Vignesh R" userId="a32c509e2cb9809c" providerId="LiveId" clId="{0E9E750B-B54A-40CF-ADF8-01BB7EAE700B}" dt="2026-01-27T00:49:17.966" v="238" actId="22"/>
        <pc:sldMkLst>
          <pc:docMk/>
          <pc:sldMk cId="940485779" sldId="269"/>
        </pc:sldMkLst>
        <pc:spChg chg="del">
          <ac:chgData name="Vignesh R" userId="a32c509e2cb9809c" providerId="LiveId" clId="{0E9E750B-B54A-40CF-ADF8-01BB7EAE700B}" dt="2026-01-27T00:48:26.911" v="223"/>
          <ac:spMkLst>
            <pc:docMk/>
            <pc:sldMk cId="940485779" sldId="269"/>
            <ac:spMk id="2" creationId="{C78A472A-AB2D-F93F-D5C6-259F752FE9CE}"/>
          </ac:spMkLst>
        </pc:spChg>
        <pc:spChg chg="del">
          <ac:chgData name="Vignesh R" userId="a32c509e2cb9809c" providerId="LiveId" clId="{0E9E750B-B54A-40CF-ADF8-01BB7EAE700B}" dt="2026-01-27T00:49:17.966" v="238" actId="22"/>
          <ac:spMkLst>
            <pc:docMk/>
            <pc:sldMk cId="940485779" sldId="269"/>
            <ac:spMk id="3" creationId="{E9DE0F91-76F1-3D3B-EE48-DFCA6917B008}"/>
          </ac:spMkLst>
        </pc:spChg>
        <pc:spChg chg="add mod">
          <ac:chgData name="Vignesh R" userId="a32c509e2cb9809c" providerId="LiveId" clId="{0E9E750B-B54A-40CF-ADF8-01BB7EAE700B}" dt="2026-01-27T00:48:26.911" v="223"/>
          <ac:spMkLst>
            <pc:docMk/>
            <pc:sldMk cId="940485779" sldId="269"/>
            <ac:spMk id="4" creationId="{8BCD1C44-BC68-E86B-FA3D-2FD044A99269}"/>
          </ac:spMkLst>
        </pc:spChg>
        <pc:picChg chg="add mod ord">
          <ac:chgData name="Vignesh R" userId="a32c509e2cb9809c" providerId="LiveId" clId="{0E9E750B-B54A-40CF-ADF8-01BB7EAE700B}" dt="2026-01-27T00:49:17.966" v="238" actId="22"/>
          <ac:picMkLst>
            <pc:docMk/>
            <pc:sldMk cId="940485779" sldId="269"/>
            <ac:picMk id="6" creationId="{5BF60474-F12F-D6B3-F505-C058B3F36CFE}"/>
          </ac:picMkLst>
        </pc:picChg>
      </pc:sldChg>
      <pc:sldChg chg="addSp delSp modSp new mod">
        <pc:chgData name="Vignesh R" userId="a32c509e2cb9809c" providerId="LiveId" clId="{0E9E750B-B54A-40CF-ADF8-01BB7EAE700B}" dt="2026-01-27T00:49:29.397" v="239" actId="22"/>
        <pc:sldMkLst>
          <pc:docMk/>
          <pc:sldMk cId="1541288720" sldId="270"/>
        </pc:sldMkLst>
        <pc:spChg chg="del">
          <ac:chgData name="Vignesh R" userId="a32c509e2cb9809c" providerId="LiveId" clId="{0E9E750B-B54A-40CF-ADF8-01BB7EAE700B}" dt="2026-01-27T00:48:28.758" v="224"/>
          <ac:spMkLst>
            <pc:docMk/>
            <pc:sldMk cId="1541288720" sldId="270"/>
            <ac:spMk id="2" creationId="{EA9A1820-C353-9E57-3175-B52D9EF067A5}"/>
          </ac:spMkLst>
        </pc:spChg>
        <pc:spChg chg="del">
          <ac:chgData name="Vignesh R" userId="a32c509e2cb9809c" providerId="LiveId" clId="{0E9E750B-B54A-40CF-ADF8-01BB7EAE700B}" dt="2026-01-27T00:49:29.397" v="239" actId="22"/>
          <ac:spMkLst>
            <pc:docMk/>
            <pc:sldMk cId="1541288720" sldId="270"/>
            <ac:spMk id="3" creationId="{B601633E-6DBB-6BD0-27FD-69DEFB2F3061}"/>
          </ac:spMkLst>
        </pc:spChg>
        <pc:spChg chg="add mod">
          <ac:chgData name="Vignesh R" userId="a32c509e2cb9809c" providerId="LiveId" clId="{0E9E750B-B54A-40CF-ADF8-01BB7EAE700B}" dt="2026-01-27T00:48:28.758" v="224"/>
          <ac:spMkLst>
            <pc:docMk/>
            <pc:sldMk cId="1541288720" sldId="270"/>
            <ac:spMk id="4" creationId="{7EDD8F2A-AF19-F5FA-935A-03C579B96B6D}"/>
          </ac:spMkLst>
        </pc:spChg>
        <pc:picChg chg="add mod ord">
          <ac:chgData name="Vignesh R" userId="a32c509e2cb9809c" providerId="LiveId" clId="{0E9E750B-B54A-40CF-ADF8-01BB7EAE700B}" dt="2026-01-27T00:49:29.397" v="239" actId="22"/>
          <ac:picMkLst>
            <pc:docMk/>
            <pc:sldMk cId="1541288720" sldId="270"/>
            <ac:picMk id="6" creationId="{176FA768-C48B-FA30-CCCC-8096F3384A9B}"/>
          </ac:picMkLst>
        </pc:picChg>
      </pc:sldChg>
      <pc:sldChg chg="addSp delSp modSp new mod">
        <pc:chgData name="Vignesh R" userId="a32c509e2cb9809c" providerId="LiveId" clId="{0E9E750B-B54A-40CF-ADF8-01BB7EAE700B}" dt="2026-01-27T00:50:16.140" v="244" actId="22"/>
        <pc:sldMkLst>
          <pc:docMk/>
          <pc:sldMk cId="4265537419" sldId="271"/>
        </pc:sldMkLst>
        <pc:spChg chg="del">
          <ac:chgData name="Vignesh R" userId="a32c509e2cb9809c" providerId="LiveId" clId="{0E9E750B-B54A-40CF-ADF8-01BB7EAE700B}" dt="2026-01-27T00:48:36.573" v="229"/>
          <ac:spMkLst>
            <pc:docMk/>
            <pc:sldMk cId="4265537419" sldId="271"/>
            <ac:spMk id="2" creationId="{07831B92-AF83-9BB4-971D-10B7B74B597F}"/>
          </ac:spMkLst>
        </pc:spChg>
        <pc:spChg chg="del">
          <ac:chgData name="Vignesh R" userId="a32c509e2cb9809c" providerId="LiveId" clId="{0E9E750B-B54A-40CF-ADF8-01BB7EAE700B}" dt="2026-01-27T00:50:16.140" v="244" actId="22"/>
          <ac:spMkLst>
            <pc:docMk/>
            <pc:sldMk cId="4265537419" sldId="271"/>
            <ac:spMk id="3" creationId="{0A7BC80C-DECD-83B4-B77C-B663B5C80B39}"/>
          </ac:spMkLst>
        </pc:spChg>
        <pc:spChg chg="add mod">
          <ac:chgData name="Vignesh R" userId="a32c509e2cb9809c" providerId="LiveId" clId="{0E9E750B-B54A-40CF-ADF8-01BB7EAE700B}" dt="2026-01-27T00:48:36.573" v="229"/>
          <ac:spMkLst>
            <pc:docMk/>
            <pc:sldMk cId="4265537419" sldId="271"/>
            <ac:spMk id="4" creationId="{245022B2-675E-84FE-394B-0DB7349CB3A2}"/>
          </ac:spMkLst>
        </pc:spChg>
        <pc:picChg chg="add mod ord">
          <ac:chgData name="Vignesh R" userId="a32c509e2cb9809c" providerId="LiveId" clId="{0E9E750B-B54A-40CF-ADF8-01BB7EAE700B}" dt="2026-01-27T00:50:16.140" v="244" actId="22"/>
          <ac:picMkLst>
            <pc:docMk/>
            <pc:sldMk cId="4265537419" sldId="271"/>
            <ac:picMk id="6" creationId="{6C5D21C9-9336-563C-F472-029D765A3A0B}"/>
          </ac:picMkLst>
        </pc:picChg>
      </pc:sldChg>
      <pc:sldChg chg="addSp delSp modSp new mod">
        <pc:chgData name="Vignesh R" userId="a32c509e2cb9809c" providerId="LiveId" clId="{0E9E750B-B54A-40CF-ADF8-01BB7EAE700B}" dt="2026-01-27T00:50:07.828" v="243" actId="22"/>
        <pc:sldMkLst>
          <pc:docMk/>
          <pc:sldMk cId="1912741549" sldId="272"/>
        </pc:sldMkLst>
        <pc:spChg chg="del">
          <ac:chgData name="Vignesh R" userId="a32c509e2cb9809c" providerId="LiveId" clId="{0E9E750B-B54A-40CF-ADF8-01BB7EAE700B}" dt="2026-01-27T00:48:34.877" v="228"/>
          <ac:spMkLst>
            <pc:docMk/>
            <pc:sldMk cId="1912741549" sldId="272"/>
            <ac:spMk id="2" creationId="{90780B77-DB39-64D2-F229-ED0E7E8F0385}"/>
          </ac:spMkLst>
        </pc:spChg>
        <pc:spChg chg="del">
          <ac:chgData name="Vignesh R" userId="a32c509e2cb9809c" providerId="LiveId" clId="{0E9E750B-B54A-40CF-ADF8-01BB7EAE700B}" dt="2026-01-27T00:50:07.828" v="243" actId="22"/>
          <ac:spMkLst>
            <pc:docMk/>
            <pc:sldMk cId="1912741549" sldId="272"/>
            <ac:spMk id="3" creationId="{0E2A23B5-00A4-FE41-79DC-710AC2683415}"/>
          </ac:spMkLst>
        </pc:spChg>
        <pc:spChg chg="add mod">
          <ac:chgData name="Vignesh R" userId="a32c509e2cb9809c" providerId="LiveId" clId="{0E9E750B-B54A-40CF-ADF8-01BB7EAE700B}" dt="2026-01-27T00:48:34.877" v="228"/>
          <ac:spMkLst>
            <pc:docMk/>
            <pc:sldMk cId="1912741549" sldId="272"/>
            <ac:spMk id="4" creationId="{8A7D5A63-55A9-EB97-B40F-BEDFE9571C2A}"/>
          </ac:spMkLst>
        </pc:spChg>
        <pc:picChg chg="add mod ord">
          <ac:chgData name="Vignesh R" userId="a32c509e2cb9809c" providerId="LiveId" clId="{0E9E750B-B54A-40CF-ADF8-01BB7EAE700B}" dt="2026-01-27T00:50:07.828" v="243" actId="22"/>
          <ac:picMkLst>
            <pc:docMk/>
            <pc:sldMk cId="1912741549" sldId="272"/>
            <ac:picMk id="6" creationId="{06BED373-2BB4-04EB-676E-F60D92394461}"/>
          </ac:picMkLst>
        </pc:picChg>
      </pc:sldChg>
      <pc:sldChg chg="addSp delSp modSp new mod">
        <pc:chgData name="Vignesh R" userId="a32c509e2cb9809c" providerId="LiveId" clId="{0E9E750B-B54A-40CF-ADF8-01BB7EAE700B}" dt="2026-01-27T00:49:59.196" v="242" actId="22"/>
        <pc:sldMkLst>
          <pc:docMk/>
          <pc:sldMk cId="3658519843" sldId="273"/>
        </pc:sldMkLst>
        <pc:spChg chg="del">
          <ac:chgData name="Vignesh R" userId="a32c509e2cb9809c" providerId="LiveId" clId="{0E9E750B-B54A-40CF-ADF8-01BB7EAE700B}" dt="2026-01-27T00:48:33.837" v="227"/>
          <ac:spMkLst>
            <pc:docMk/>
            <pc:sldMk cId="3658519843" sldId="273"/>
            <ac:spMk id="2" creationId="{F60AE02D-8DA6-A6AA-B4D5-B910F4B787FB}"/>
          </ac:spMkLst>
        </pc:spChg>
        <pc:spChg chg="del">
          <ac:chgData name="Vignesh R" userId="a32c509e2cb9809c" providerId="LiveId" clId="{0E9E750B-B54A-40CF-ADF8-01BB7EAE700B}" dt="2026-01-27T00:49:59.196" v="242" actId="22"/>
          <ac:spMkLst>
            <pc:docMk/>
            <pc:sldMk cId="3658519843" sldId="273"/>
            <ac:spMk id="3" creationId="{CFC02C86-AF55-AD6C-6207-C622CF352C9E}"/>
          </ac:spMkLst>
        </pc:spChg>
        <pc:spChg chg="add mod">
          <ac:chgData name="Vignesh R" userId="a32c509e2cb9809c" providerId="LiveId" clId="{0E9E750B-B54A-40CF-ADF8-01BB7EAE700B}" dt="2026-01-27T00:48:33.837" v="227"/>
          <ac:spMkLst>
            <pc:docMk/>
            <pc:sldMk cId="3658519843" sldId="273"/>
            <ac:spMk id="4" creationId="{2266B463-A5E2-11CC-0325-1D0F7AA79493}"/>
          </ac:spMkLst>
        </pc:spChg>
        <pc:picChg chg="add mod ord">
          <ac:chgData name="Vignesh R" userId="a32c509e2cb9809c" providerId="LiveId" clId="{0E9E750B-B54A-40CF-ADF8-01BB7EAE700B}" dt="2026-01-27T00:49:59.196" v="242" actId="22"/>
          <ac:picMkLst>
            <pc:docMk/>
            <pc:sldMk cId="3658519843" sldId="273"/>
            <ac:picMk id="6" creationId="{72C97847-E43C-6057-6E26-CB137243CD32}"/>
          </ac:picMkLst>
        </pc:picChg>
      </pc:sldChg>
      <pc:sldChg chg="addSp delSp modSp new mod">
        <pc:chgData name="Vignesh R" userId="a32c509e2cb9809c" providerId="LiveId" clId="{0E9E750B-B54A-40CF-ADF8-01BB7EAE700B}" dt="2026-01-27T00:49:49.573" v="241" actId="22"/>
        <pc:sldMkLst>
          <pc:docMk/>
          <pc:sldMk cId="1777430903" sldId="274"/>
        </pc:sldMkLst>
        <pc:spChg chg="del">
          <ac:chgData name="Vignesh R" userId="a32c509e2cb9809c" providerId="LiveId" clId="{0E9E750B-B54A-40CF-ADF8-01BB7EAE700B}" dt="2026-01-27T00:48:32.045" v="226"/>
          <ac:spMkLst>
            <pc:docMk/>
            <pc:sldMk cId="1777430903" sldId="274"/>
            <ac:spMk id="2" creationId="{64E97EB7-10B3-9523-82B9-8BF0B732DACA}"/>
          </ac:spMkLst>
        </pc:spChg>
        <pc:spChg chg="del">
          <ac:chgData name="Vignesh R" userId="a32c509e2cb9809c" providerId="LiveId" clId="{0E9E750B-B54A-40CF-ADF8-01BB7EAE700B}" dt="2026-01-27T00:49:49.573" v="241" actId="22"/>
          <ac:spMkLst>
            <pc:docMk/>
            <pc:sldMk cId="1777430903" sldId="274"/>
            <ac:spMk id="3" creationId="{0FE41A55-A85D-9FBD-0F7D-4DE10DBBDB7F}"/>
          </ac:spMkLst>
        </pc:spChg>
        <pc:spChg chg="add mod">
          <ac:chgData name="Vignesh R" userId="a32c509e2cb9809c" providerId="LiveId" clId="{0E9E750B-B54A-40CF-ADF8-01BB7EAE700B}" dt="2026-01-27T00:48:32.045" v="226"/>
          <ac:spMkLst>
            <pc:docMk/>
            <pc:sldMk cId="1777430903" sldId="274"/>
            <ac:spMk id="4" creationId="{38770A53-BE27-8D40-F1B5-E16D8571D74E}"/>
          </ac:spMkLst>
        </pc:spChg>
        <pc:picChg chg="add mod ord">
          <ac:chgData name="Vignesh R" userId="a32c509e2cb9809c" providerId="LiveId" clId="{0E9E750B-B54A-40CF-ADF8-01BB7EAE700B}" dt="2026-01-27T00:49:49.573" v="241" actId="22"/>
          <ac:picMkLst>
            <pc:docMk/>
            <pc:sldMk cId="1777430903" sldId="274"/>
            <ac:picMk id="6" creationId="{74B061F4-D599-EBC8-862C-11FE7D00739C}"/>
          </ac:picMkLst>
        </pc:picChg>
      </pc:sldChg>
      <pc:sldChg chg="addSp delSp modSp new mod">
        <pc:chgData name="Vignesh R" userId="a32c509e2cb9809c" providerId="LiveId" clId="{0E9E750B-B54A-40CF-ADF8-01BB7EAE700B}" dt="2026-01-27T00:49:39.660" v="240" actId="22"/>
        <pc:sldMkLst>
          <pc:docMk/>
          <pc:sldMk cId="2030077683" sldId="275"/>
        </pc:sldMkLst>
        <pc:spChg chg="del">
          <ac:chgData name="Vignesh R" userId="a32c509e2cb9809c" providerId="LiveId" clId="{0E9E750B-B54A-40CF-ADF8-01BB7EAE700B}" dt="2026-01-27T00:48:30.053" v="225"/>
          <ac:spMkLst>
            <pc:docMk/>
            <pc:sldMk cId="2030077683" sldId="275"/>
            <ac:spMk id="2" creationId="{CDAD668C-A5DE-00A0-FC7C-F366647CB68A}"/>
          </ac:spMkLst>
        </pc:spChg>
        <pc:spChg chg="del">
          <ac:chgData name="Vignesh R" userId="a32c509e2cb9809c" providerId="LiveId" clId="{0E9E750B-B54A-40CF-ADF8-01BB7EAE700B}" dt="2026-01-27T00:49:39.660" v="240" actId="22"/>
          <ac:spMkLst>
            <pc:docMk/>
            <pc:sldMk cId="2030077683" sldId="275"/>
            <ac:spMk id="3" creationId="{1340A4FF-9100-7DA0-7CED-2DD5CC80F81D}"/>
          </ac:spMkLst>
        </pc:spChg>
        <pc:spChg chg="add mod">
          <ac:chgData name="Vignesh R" userId="a32c509e2cb9809c" providerId="LiveId" clId="{0E9E750B-B54A-40CF-ADF8-01BB7EAE700B}" dt="2026-01-27T00:48:30.053" v="225"/>
          <ac:spMkLst>
            <pc:docMk/>
            <pc:sldMk cId="2030077683" sldId="275"/>
            <ac:spMk id="4" creationId="{F986DF57-B9EF-7EBF-3E69-00BDD0656049}"/>
          </ac:spMkLst>
        </pc:spChg>
        <pc:picChg chg="add mod ord">
          <ac:chgData name="Vignesh R" userId="a32c509e2cb9809c" providerId="LiveId" clId="{0E9E750B-B54A-40CF-ADF8-01BB7EAE700B}" dt="2026-01-27T00:49:39.660" v="240" actId="22"/>
          <ac:picMkLst>
            <pc:docMk/>
            <pc:sldMk cId="2030077683" sldId="275"/>
            <ac:picMk id="6" creationId="{0547E430-5CE3-2AD8-BBD5-2FB7BDA6F53C}"/>
          </ac:picMkLst>
        </pc:picChg>
      </pc:sldChg>
      <pc:sldChg chg="addSp delSp modSp new mod">
        <pc:chgData name="Vignesh R" userId="a32c509e2cb9809c" providerId="LiveId" clId="{0E9E750B-B54A-40CF-ADF8-01BB7EAE700B}" dt="2026-01-27T00:50:28.076" v="245" actId="22"/>
        <pc:sldMkLst>
          <pc:docMk/>
          <pc:sldMk cId="2196634346" sldId="276"/>
        </pc:sldMkLst>
        <pc:spChg chg="del">
          <ac:chgData name="Vignesh R" userId="a32c509e2cb9809c" providerId="LiveId" clId="{0E9E750B-B54A-40CF-ADF8-01BB7EAE700B}" dt="2026-01-27T00:48:43.973" v="233"/>
          <ac:spMkLst>
            <pc:docMk/>
            <pc:sldMk cId="2196634346" sldId="276"/>
            <ac:spMk id="2" creationId="{93E9C1E2-472F-240A-6BE2-0C4E030EAF1A}"/>
          </ac:spMkLst>
        </pc:spChg>
        <pc:spChg chg="del">
          <ac:chgData name="Vignesh R" userId="a32c509e2cb9809c" providerId="LiveId" clId="{0E9E750B-B54A-40CF-ADF8-01BB7EAE700B}" dt="2026-01-27T00:50:28.076" v="245" actId="22"/>
          <ac:spMkLst>
            <pc:docMk/>
            <pc:sldMk cId="2196634346" sldId="276"/>
            <ac:spMk id="3" creationId="{7C45F2FE-83D6-4767-2868-E9487252505B}"/>
          </ac:spMkLst>
        </pc:spChg>
        <pc:spChg chg="add mod">
          <ac:chgData name="Vignesh R" userId="a32c509e2cb9809c" providerId="LiveId" clId="{0E9E750B-B54A-40CF-ADF8-01BB7EAE700B}" dt="2026-01-27T00:48:43.973" v="233"/>
          <ac:spMkLst>
            <pc:docMk/>
            <pc:sldMk cId="2196634346" sldId="276"/>
            <ac:spMk id="4" creationId="{B24D9504-4784-3D5F-0620-FABB23185866}"/>
          </ac:spMkLst>
        </pc:spChg>
        <pc:picChg chg="add mod ord">
          <ac:chgData name="Vignesh R" userId="a32c509e2cb9809c" providerId="LiveId" clId="{0E9E750B-B54A-40CF-ADF8-01BB7EAE700B}" dt="2026-01-27T00:50:28.076" v="245" actId="22"/>
          <ac:picMkLst>
            <pc:docMk/>
            <pc:sldMk cId="2196634346" sldId="276"/>
            <ac:picMk id="6" creationId="{CD5CCA6E-BDBD-065D-731B-52958B9626CE}"/>
          </ac:picMkLst>
        </pc:picChg>
      </pc:sldChg>
      <pc:sldChg chg="addSp delSp modSp new mod">
        <pc:chgData name="Vignesh R" userId="a32c509e2cb9809c" providerId="LiveId" clId="{0E9E750B-B54A-40CF-ADF8-01BB7EAE700B}" dt="2026-01-27T00:50:59.644" v="247" actId="22"/>
        <pc:sldMkLst>
          <pc:docMk/>
          <pc:sldMk cId="4040467117" sldId="277"/>
        </pc:sldMkLst>
        <pc:spChg chg="del">
          <ac:chgData name="Vignesh R" userId="a32c509e2cb9809c" providerId="LiveId" clId="{0E9E750B-B54A-40CF-ADF8-01BB7EAE700B}" dt="2026-01-27T00:48:46.940" v="235"/>
          <ac:spMkLst>
            <pc:docMk/>
            <pc:sldMk cId="4040467117" sldId="277"/>
            <ac:spMk id="2" creationId="{254375D0-00C2-701F-4FBE-CEE5F53FC676}"/>
          </ac:spMkLst>
        </pc:spChg>
        <pc:spChg chg="del">
          <ac:chgData name="Vignesh R" userId="a32c509e2cb9809c" providerId="LiveId" clId="{0E9E750B-B54A-40CF-ADF8-01BB7EAE700B}" dt="2026-01-27T00:50:59.644" v="247" actId="22"/>
          <ac:spMkLst>
            <pc:docMk/>
            <pc:sldMk cId="4040467117" sldId="277"/>
            <ac:spMk id="3" creationId="{42599F71-A4EF-C269-2AB6-93B810B5E6A9}"/>
          </ac:spMkLst>
        </pc:spChg>
        <pc:spChg chg="add mod">
          <ac:chgData name="Vignesh R" userId="a32c509e2cb9809c" providerId="LiveId" clId="{0E9E750B-B54A-40CF-ADF8-01BB7EAE700B}" dt="2026-01-27T00:48:46.940" v="235"/>
          <ac:spMkLst>
            <pc:docMk/>
            <pc:sldMk cId="4040467117" sldId="277"/>
            <ac:spMk id="4" creationId="{E03DE0DC-E539-D9C5-C9DC-C0BA49828010}"/>
          </ac:spMkLst>
        </pc:spChg>
        <pc:picChg chg="add mod ord">
          <ac:chgData name="Vignesh R" userId="a32c509e2cb9809c" providerId="LiveId" clId="{0E9E750B-B54A-40CF-ADF8-01BB7EAE700B}" dt="2026-01-27T00:50:59.644" v="247" actId="22"/>
          <ac:picMkLst>
            <pc:docMk/>
            <pc:sldMk cId="4040467117" sldId="277"/>
            <ac:picMk id="6" creationId="{D52C159E-1404-6FE6-5107-52BB6EB86798}"/>
          </ac:picMkLst>
        </pc:picChg>
      </pc:sldChg>
      <pc:sldChg chg="addSp delSp modSp new mod">
        <pc:chgData name="Vignesh R" userId="a32c509e2cb9809c" providerId="LiveId" clId="{0E9E750B-B54A-40CF-ADF8-01BB7EAE700B}" dt="2026-01-27T00:50:36.931" v="246" actId="22"/>
        <pc:sldMkLst>
          <pc:docMk/>
          <pc:sldMk cId="4010769887" sldId="278"/>
        </pc:sldMkLst>
        <pc:spChg chg="del">
          <ac:chgData name="Vignesh R" userId="a32c509e2cb9809c" providerId="LiveId" clId="{0E9E750B-B54A-40CF-ADF8-01BB7EAE700B}" dt="2026-01-27T00:48:44.998" v="234"/>
          <ac:spMkLst>
            <pc:docMk/>
            <pc:sldMk cId="4010769887" sldId="278"/>
            <ac:spMk id="2" creationId="{52BC9B77-F5D1-6117-8B99-1EB46673B365}"/>
          </ac:spMkLst>
        </pc:spChg>
        <pc:spChg chg="del">
          <ac:chgData name="Vignesh R" userId="a32c509e2cb9809c" providerId="LiveId" clId="{0E9E750B-B54A-40CF-ADF8-01BB7EAE700B}" dt="2026-01-27T00:50:36.931" v="246" actId="22"/>
          <ac:spMkLst>
            <pc:docMk/>
            <pc:sldMk cId="4010769887" sldId="278"/>
            <ac:spMk id="3" creationId="{2D17EDB8-A46B-4682-D25C-3C0903686421}"/>
          </ac:spMkLst>
        </pc:spChg>
        <pc:spChg chg="add mod">
          <ac:chgData name="Vignesh R" userId="a32c509e2cb9809c" providerId="LiveId" clId="{0E9E750B-B54A-40CF-ADF8-01BB7EAE700B}" dt="2026-01-27T00:48:44.998" v="234"/>
          <ac:spMkLst>
            <pc:docMk/>
            <pc:sldMk cId="4010769887" sldId="278"/>
            <ac:spMk id="4" creationId="{77B2A243-8610-3F65-B482-2EDED8DC8149}"/>
          </ac:spMkLst>
        </pc:spChg>
        <pc:picChg chg="add mod ord">
          <ac:chgData name="Vignesh R" userId="a32c509e2cb9809c" providerId="LiveId" clId="{0E9E750B-B54A-40CF-ADF8-01BB7EAE700B}" dt="2026-01-27T00:50:36.931" v="246" actId="22"/>
          <ac:picMkLst>
            <pc:docMk/>
            <pc:sldMk cId="4010769887" sldId="278"/>
            <ac:picMk id="6" creationId="{85CED2D9-368A-D1A9-7BD3-1173135F2C52}"/>
          </ac:picMkLst>
        </pc:picChg>
      </pc:sldChg>
      <pc:sldChg chg="addSp delSp modSp new mod">
        <pc:chgData name="Vignesh R" userId="a32c509e2cb9809c" providerId="LiveId" clId="{0E9E750B-B54A-40CF-ADF8-01BB7EAE700B}" dt="2026-01-27T01:00:37.950" v="292" actId="255"/>
        <pc:sldMkLst>
          <pc:docMk/>
          <pc:sldMk cId="834566320" sldId="279"/>
        </pc:sldMkLst>
        <pc:spChg chg="del">
          <ac:chgData name="Vignesh R" userId="a32c509e2cb9809c" providerId="LiveId" clId="{0E9E750B-B54A-40CF-ADF8-01BB7EAE700B}" dt="2026-01-27T01:00:08.969" v="286"/>
          <ac:spMkLst>
            <pc:docMk/>
            <pc:sldMk cId="834566320" sldId="279"/>
            <ac:spMk id="2" creationId="{39A05639-3088-4594-C043-E58AF381C1BF}"/>
          </ac:spMkLst>
        </pc:spChg>
        <pc:spChg chg="mod">
          <ac:chgData name="Vignesh R" userId="a32c509e2cb9809c" providerId="LiveId" clId="{0E9E750B-B54A-40CF-ADF8-01BB7EAE700B}" dt="2026-01-27T01:00:37.950" v="292" actId="255"/>
          <ac:spMkLst>
            <pc:docMk/>
            <pc:sldMk cId="834566320" sldId="279"/>
            <ac:spMk id="3" creationId="{E11B03E1-01C7-496A-8152-85DF4F3DAE6D}"/>
          </ac:spMkLst>
        </pc:spChg>
        <pc:spChg chg="add mod">
          <ac:chgData name="Vignesh R" userId="a32c509e2cb9809c" providerId="LiveId" clId="{0E9E750B-B54A-40CF-ADF8-01BB7EAE700B}" dt="2026-01-27T01:00:08.969" v="286"/>
          <ac:spMkLst>
            <pc:docMk/>
            <pc:sldMk cId="834566320" sldId="279"/>
            <ac:spMk id="4" creationId="{DA1C2475-6D7B-4D70-C9D0-28B9B11368DE}"/>
          </ac:spMkLst>
        </pc:spChg>
      </pc:sldChg>
      <pc:sldChg chg="addSp delSp modSp new mod">
        <pc:chgData name="Vignesh R" userId="a32c509e2cb9809c" providerId="LiveId" clId="{0E9E750B-B54A-40CF-ADF8-01BB7EAE700B}" dt="2026-01-27T01:09:04.821" v="331" actId="27636"/>
        <pc:sldMkLst>
          <pc:docMk/>
          <pc:sldMk cId="1883815574" sldId="280"/>
        </pc:sldMkLst>
        <pc:spChg chg="del">
          <ac:chgData name="Vignesh R" userId="a32c509e2cb9809c" providerId="LiveId" clId="{0E9E750B-B54A-40CF-ADF8-01BB7EAE700B}" dt="2026-01-27T01:08:28.762" v="317"/>
          <ac:spMkLst>
            <pc:docMk/>
            <pc:sldMk cId="1883815574" sldId="280"/>
            <ac:spMk id="2" creationId="{48887F04-C1AC-8FE2-DC6B-E892F29AC065}"/>
          </ac:spMkLst>
        </pc:spChg>
        <pc:spChg chg="mod">
          <ac:chgData name="Vignesh R" userId="a32c509e2cb9809c" providerId="LiveId" clId="{0E9E750B-B54A-40CF-ADF8-01BB7EAE700B}" dt="2026-01-27T01:09:04.821" v="331" actId="27636"/>
          <ac:spMkLst>
            <pc:docMk/>
            <pc:sldMk cId="1883815574" sldId="280"/>
            <ac:spMk id="3" creationId="{0ECE2909-FC51-4751-43CD-1CAE026FE62C}"/>
          </ac:spMkLst>
        </pc:spChg>
        <pc:spChg chg="add mod">
          <ac:chgData name="Vignesh R" userId="a32c509e2cb9809c" providerId="LiveId" clId="{0E9E750B-B54A-40CF-ADF8-01BB7EAE700B}" dt="2026-01-27T01:08:28.762" v="317"/>
          <ac:spMkLst>
            <pc:docMk/>
            <pc:sldMk cId="1883815574" sldId="280"/>
            <ac:spMk id="4" creationId="{87BACA91-C9AD-DFF1-F57A-811B36863E9E}"/>
          </ac:spMkLst>
        </pc:spChg>
      </pc:sldChg>
      <pc:sldChg chg="addSp delSp modSp new del">
        <pc:chgData name="Vignesh R" userId="a32c509e2cb9809c" providerId="LiveId" clId="{0E9E750B-B54A-40CF-ADF8-01BB7EAE700B}" dt="2026-01-27T01:05:43.232" v="293" actId="2696"/>
        <pc:sldMkLst>
          <pc:docMk/>
          <pc:sldMk cId="2680393877" sldId="280"/>
        </pc:sldMkLst>
        <pc:spChg chg="del">
          <ac:chgData name="Vignesh R" userId="a32c509e2cb9809c" providerId="LiveId" clId="{0E9E750B-B54A-40CF-ADF8-01BB7EAE700B}" dt="2026-01-27T01:00:10.585" v="287"/>
          <ac:spMkLst>
            <pc:docMk/>
            <pc:sldMk cId="2680393877" sldId="280"/>
            <ac:spMk id="2" creationId="{A441A793-AF44-C5BD-6262-E5BE159A4608}"/>
          </ac:spMkLst>
        </pc:spChg>
        <pc:spChg chg="add mod">
          <ac:chgData name="Vignesh R" userId="a32c509e2cb9809c" providerId="LiveId" clId="{0E9E750B-B54A-40CF-ADF8-01BB7EAE700B}" dt="2026-01-27T01:00:10.585" v="287"/>
          <ac:spMkLst>
            <pc:docMk/>
            <pc:sldMk cId="2680393877" sldId="280"/>
            <ac:spMk id="4" creationId="{5EA37B90-45EB-FEC5-FD0E-D7E96D9D924C}"/>
          </ac:spMkLst>
        </pc:spChg>
      </pc:sldChg>
      <pc:sldChg chg="addSp delSp modSp new mod">
        <pc:chgData name="Vignesh R" userId="a32c509e2cb9809c" providerId="LiveId" clId="{0E9E750B-B54A-40CF-ADF8-01BB7EAE700B}" dt="2026-01-27T01:10:47.328" v="354" actId="313"/>
        <pc:sldMkLst>
          <pc:docMk/>
          <pc:sldMk cId="3471965965" sldId="281"/>
        </pc:sldMkLst>
        <pc:spChg chg="del">
          <ac:chgData name="Vignesh R" userId="a32c509e2cb9809c" providerId="LiveId" clId="{0E9E750B-B54A-40CF-ADF8-01BB7EAE700B}" dt="2026-01-27T01:08:31.721" v="319"/>
          <ac:spMkLst>
            <pc:docMk/>
            <pc:sldMk cId="3471965965" sldId="281"/>
            <ac:spMk id="2" creationId="{BD8D6313-8FD0-4076-EF39-B360DFC53A3C}"/>
          </ac:spMkLst>
        </pc:spChg>
        <pc:spChg chg="mod">
          <ac:chgData name="Vignesh R" userId="a32c509e2cb9809c" providerId="LiveId" clId="{0E9E750B-B54A-40CF-ADF8-01BB7EAE700B}" dt="2026-01-27T01:10:47.328" v="354" actId="313"/>
          <ac:spMkLst>
            <pc:docMk/>
            <pc:sldMk cId="3471965965" sldId="281"/>
            <ac:spMk id="3" creationId="{C14BC3A1-6E12-A969-291E-C976AB717F46}"/>
          </ac:spMkLst>
        </pc:spChg>
        <pc:spChg chg="add mod">
          <ac:chgData name="Vignesh R" userId="a32c509e2cb9809c" providerId="LiveId" clId="{0E9E750B-B54A-40CF-ADF8-01BB7EAE700B}" dt="2026-01-27T01:08:31.721" v="319"/>
          <ac:spMkLst>
            <pc:docMk/>
            <pc:sldMk cId="3471965965" sldId="281"/>
            <ac:spMk id="4" creationId="{95AFAF2A-6AD4-8FF7-9C65-BD7D469005C6}"/>
          </ac:spMkLst>
        </pc:spChg>
      </pc:sldChg>
      <pc:sldChg chg="addSp delSp modSp new mod">
        <pc:chgData name="Vignesh R" userId="a32c509e2cb9809c" providerId="LiveId" clId="{0E9E750B-B54A-40CF-ADF8-01BB7EAE700B}" dt="2026-01-27T01:10:05.129" v="352" actId="255"/>
        <pc:sldMkLst>
          <pc:docMk/>
          <pc:sldMk cId="4085554114" sldId="282"/>
        </pc:sldMkLst>
        <pc:spChg chg="del">
          <ac:chgData name="Vignesh R" userId="a32c509e2cb9809c" providerId="LiveId" clId="{0E9E750B-B54A-40CF-ADF8-01BB7EAE700B}" dt="2026-01-27T01:09:46.360" v="347"/>
          <ac:spMkLst>
            <pc:docMk/>
            <pc:sldMk cId="4085554114" sldId="282"/>
            <ac:spMk id="2" creationId="{BC64C2B1-A9F9-9658-B88F-75CA78A67FFE}"/>
          </ac:spMkLst>
        </pc:spChg>
        <pc:spChg chg="mod">
          <ac:chgData name="Vignesh R" userId="a32c509e2cb9809c" providerId="LiveId" clId="{0E9E750B-B54A-40CF-ADF8-01BB7EAE700B}" dt="2026-01-27T01:10:05.129" v="352" actId="255"/>
          <ac:spMkLst>
            <pc:docMk/>
            <pc:sldMk cId="4085554114" sldId="282"/>
            <ac:spMk id="3" creationId="{8AFFD97E-75C8-A950-F266-48C0CBD4E57A}"/>
          </ac:spMkLst>
        </pc:spChg>
        <pc:spChg chg="add mod">
          <ac:chgData name="Vignesh R" userId="a32c509e2cb9809c" providerId="LiveId" clId="{0E9E750B-B54A-40CF-ADF8-01BB7EAE700B}" dt="2026-01-27T01:09:46.360" v="347"/>
          <ac:spMkLst>
            <pc:docMk/>
            <pc:sldMk cId="4085554114" sldId="282"/>
            <ac:spMk id="4" creationId="{6CD090D8-0C23-0DB1-CE48-0159A371E2A9}"/>
          </ac:spMkLst>
        </pc:spChg>
      </pc:sldChg>
      <pc:sldChg chg="addSp delSp modSp new mod">
        <pc:chgData name="Vignesh R" userId="a32c509e2cb9809c" providerId="LiveId" clId="{0E9E750B-B54A-40CF-ADF8-01BB7EAE700B}" dt="2026-01-27T01:15:49.197" v="458" actId="255"/>
        <pc:sldMkLst>
          <pc:docMk/>
          <pc:sldMk cId="2461892485" sldId="283"/>
        </pc:sldMkLst>
        <pc:spChg chg="del">
          <ac:chgData name="Vignesh R" userId="a32c509e2cb9809c" providerId="LiveId" clId="{0E9E750B-B54A-40CF-ADF8-01BB7EAE700B}" dt="2026-01-27T01:14:10.105" v="429"/>
          <ac:spMkLst>
            <pc:docMk/>
            <pc:sldMk cId="2461892485" sldId="283"/>
            <ac:spMk id="2" creationId="{10A35FC5-65CD-751F-2F7E-E161611FBD09}"/>
          </ac:spMkLst>
        </pc:spChg>
        <pc:spChg chg="mod">
          <ac:chgData name="Vignesh R" userId="a32c509e2cb9809c" providerId="LiveId" clId="{0E9E750B-B54A-40CF-ADF8-01BB7EAE700B}" dt="2026-01-27T01:15:49.197" v="458" actId="255"/>
          <ac:spMkLst>
            <pc:docMk/>
            <pc:sldMk cId="2461892485" sldId="283"/>
            <ac:spMk id="3" creationId="{08E7C580-5D4F-D8C7-27EE-D4BC03AC4484}"/>
          </ac:spMkLst>
        </pc:spChg>
        <pc:spChg chg="add mod">
          <ac:chgData name="Vignesh R" userId="a32c509e2cb9809c" providerId="LiveId" clId="{0E9E750B-B54A-40CF-ADF8-01BB7EAE700B}" dt="2026-01-27T01:14:10.105" v="429"/>
          <ac:spMkLst>
            <pc:docMk/>
            <pc:sldMk cId="2461892485" sldId="283"/>
            <ac:spMk id="4" creationId="{C3E20D7B-13CC-813C-0029-2B87651A2D11}"/>
          </ac:spMkLst>
        </pc:spChg>
      </pc:sldChg>
      <pc:sldChg chg="addSp delSp modSp new mod">
        <pc:chgData name="Vignesh R" userId="a32c509e2cb9809c" providerId="LiveId" clId="{0E9E750B-B54A-40CF-ADF8-01BB7EAE700B}" dt="2026-01-27T01:18:33.545" v="489" actId="255"/>
        <pc:sldMkLst>
          <pc:docMk/>
          <pc:sldMk cId="3379456346" sldId="284"/>
        </pc:sldMkLst>
        <pc:spChg chg="del">
          <ac:chgData name="Vignesh R" userId="a32c509e2cb9809c" providerId="LiveId" clId="{0E9E750B-B54A-40CF-ADF8-01BB7EAE700B}" dt="2026-01-27T01:16:42.003" v="465"/>
          <ac:spMkLst>
            <pc:docMk/>
            <pc:sldMk cId="3379456346" sldId="284"/>
            <ac:spMk id="2" creationId="{640DBBE7-1564-6D1D-465B-A0F7CCFA5421}"/>
          </ac:spMkLst>
        </pc:spChg>
        <pc:spChg chg="mod">
          <ac:chgData name="Vignesh R" userId="a32c509e2cb9809c" providerId="LiveId" clId="{0E9E750B-B54A-40CF-ADF8-01BB7EAE700B}" dt="2026-01-27T01:18:33.545" v="489" actId="255"/>
          <ac:spMkLst>
            <pc:docMk/>
            <pc:sldMk cId="3379456346" sldId="284"/>
            <ac:spMk id="3" creationId="{53E53427-48FF-3341-23AD-CD8341671955}"/>
          </ac:spMkLst>
        </pc:spChg>
        <pc:spChg chg="add mod">
          <ac:chgData name="Vignesh R" userId="a32c509e2cb9809c" providerId="LiveId" clId="{0E9E750B-B54A-40CF-ADF8-01BB7EAE700B}" dt="2026-01-27T01:16:42.003" v="465"/>
          <ac:spMkLst>
            <pc:docMk/>
            <pc:sldMk cId="3379456346" sldId="284"/>
            <ac:spMk id="4" creationId="{BF8132CF-11C0-5BB8-21C7-A5502E4EDDFE}"/>
          </ac:spMkLst>
        </pc:spChg>
      </pc:sldChg>
      <pc:sldChg chg="addSp delSp modSp new mod">
        <pc:chgData name="Vignesh R" userId="a32c509e2cb9809c" providerId="LiveId" clId="{0E9E750B-B54A-40CF-ADF8-01BB7EAE700B}" dt="2026-01-27T01:23:11.710" v="515" actId="255"/>
        <pc:sldMkLst>
          <pc:docMk/>
          <pc:sldMk cId="2126642153" sldId="285"/>
        </pc:sldMkLst>
        <pc:spChg chg="del">
          <ac:chgData name="Vignesh R" userId="a32c509e2cb9809c" providerId="LiveId" clId="{0E9E750B-B54A-40CF-ADF8-01BB7EAE700B}" dt="2026-01-27T01:21:22.891" v="491"/>
          <ac:spMkLst>
            <pc:docMk/>
            <pc:sldMk cId="2126642153" sldId="285"/>
            <ac:spMk id="2" creationId="{CD420A4E-121D-5815-B426-3D2B331AAFDF}"/>
          </ac:spMkLst>
        </pc:spChg>
        <pc:spChg chg="mod">
          <ac:chgData name="Vignesh R" userId="a32c509e2cb9809c" providerId="LiveId" clId="{0E9E750B-B54A-40CF-ADF8-01BB7EAE700B}" dt="2026-01-27T01:23:11.710" v="515" actId="255"/>
          <ac:spMkLst>
            <pc:docMk/>
            <pc:sldMk cId="2126642153" sldId="285"/>
            <ac:spMk id="3" creationId="{2184A360-C842-4BDF-03FA-8DA4A2029615}"/>
          </ac:spMkLst>
        </pc:spChg>
        <pc:spChg chg="add mod">
          <ac:chgData name="Vignesh R" userId="a32c509e2cb9809c" providerId="LiveId" clId="{0E9E750B-B54A-40CF-ADF8-01BB7EAE700B}" dt="2026-01-27T01:21:22.891" v="491"/>
          <ac:spMkLst>
            <pc:docMk/>
            <pc:sldMk cId="2126642153" sldId="285"/>
            <ac:spMk id="4" creationId="{0F05C49E-0FDA-59F7-6920-3BB5152B9336}"/>
          </ac:spMkLst>
        </pc:spChg>
      </pc:sldChg>
      <pc:sldChg chg="addSp delSp modSp new">
        <pc:chgData name="Vignesh R" userId="a32c509e2cb9809c" providerId="LiveId" clId="{0E9E750B-B54A-40CF-ADF8-01BB7EAE700B}" dt="2026-01-27T01:26:23.234" v="519"/>
        <pc:sldMkLst>
          <pc:docMk/>
          <pc:sldMk cId="21995845" sldId="286"/>
        </pc:sldMkLst>
        <pc:spChg chg="del">
          <ac:chgData name="Vignesh R" userId="a32c509e2cb9809c" providerId="LiveId" clId="{0E9E750B-B54A-40CF-ADF8-01BB7EAE700B}" dt="2026-01-27T01:26:19.393" v="517"/>
          <ac:spMkLst>
            <pc:docMk/>
            <pc:sldMk cId="21995845" sldId="286"/>
            <ac:spMk id="2" creationId="{ED9E1C86-8742-3E0D-C479-3562DFB638C4}"/>
          </ac:spMkLst>
        </pc:spChg>
        <pc:spChg chg="del">
          <ac:chgData name="Vignesh R" userId="a32c509e2cb9809c" providerId="LiveId" clId="{0E9E750B-B54A-40CF-ADF8-01BB7EAE700B}" dt="2026-01-27T01:26:23.234" v="519"/>
          <ac:spMkLst>
            <pc:docMk/>
            <pc:sldMk cId="21995845" sldId="286"/>
            <ac:spMk id="3" creationId="{8E88A8FB-3C13-742A-9991-D59E9AAF32AE}"/>
          </ac:spMkLst>
        </pc:spChg>
        <pc:spChg chg="add mod">
          <ac:chgData name="Vignesh R" userId="a32c509e2cb9809c" providerId="LiveId" clId="{0E9E750B-B54A-40CF-ADF8-01BB7EAE700B}" dt="2026-01-27T01:26:19.393" v="517"/>
          <ac:spMkLst>
            <pc:docMk/>
            <pc:sldMk cId="21995845" sldId="286"/>
            <ac:spMk id="4" creationId="{7F2748CF-74B7-6C31-1F6C-48B9279D1CFA}"/>
          </ac:spMkLst>
        </pc:spChg>
        <pc:picChg chg="add mod">
          <ac:chgData name="Vignesh R" userId="a32c509e2cb9809c" providerId="LiveId" clId="{0E9E750B-B54A-40CF-ADF8-01BB7EAE700B}" dt="2026-01-27T01:26:23.234" v="519"/>
          <ac:picMkLst>
            <pc:docMk/>
            <pc:sldMk cId="21995845" sldId="286"/>
            <ac:picMk id="5" creationId="{40488EBD-DE38-44E4-2A88-87FB87671F8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4CAE1-4DBC-436A-AB01-8C2101068DE5}" type="datetimeFigureOut">
              <a:rPr lang="en-IN" smtClean="0"/>
              <a:t>27-01-2026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11347F-F805-4EB5-8D01-C84A6FD01227}" type="slidenum">
              <a:rPr lang="en-IN" smtClean="0"/>
              <a:t>‹#›</a:t>
            </a:fld>
            <a:endParaRPr lang="en-IN"/>
          </a:p>
        </p:txBody>
      </p:sp>
    </p:spTree>
    <p:extLst>
      <p:ext uri="{BB962C8B-B14F-4D97-AF65-F5344CB8AC3E}">
        <p14:creationId xmlns:p14="http://schemas.microsoft.com/office/powerpoint/2010/main" val="3701096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311347F-F805-4EB5-8D01-C84A6FD01227}" type="slidenum">
              <a:rPr lang="en-IN" smtClean="0"/>
              <a:t>6</a:t>
            </a:fld>
            <a:endParaRPr lang="en-IN"/>
          </a:p>
        </p:txBody>
      </p:sp>
    </p:spTree>
    <p:extLst>
      <p:ext uri="{BB962C8B-B14F-4D97-AF65-F5344CB8AC3E}">
        <p14:creationId xmlns:p14="http://schemas.microsoft.com/office/powerpoint/2010/main" val="2591720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DC15C-D6EF-5FD4-64B0-CC10FAE9AB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39D2E6-77E1-41CD-6C0A-6255E88AC0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88559E-7BCE-73DA-751F-863B85AD2597}"/>
              </a:ext>
            </a:extLst>
          </p:cNvPr>
          <p:cNvSpPr>
            <a:spLocks noGrp="1"/>
          </p:cNvSpPr>
          <p:nvPr>
            <p:ph type="dt" sz="half" idx="10"/>
          </p:nvPr>
        </p:nvSpPr>
        <p:spPr/>
        <p:txBody>
          <a:bodyPr/>
          <a:lstStyle/>
          <a:p>
            <a:fld id="{BCEF6CBA-5FF2-4BA1-A776-094FD39C6F53}" type="datetimeFigureOut">
              <a:rPr lang="en-IN" smtClean="0"/>
              <a:t>27-01-2026</a:t>
            </a:fld>
            <a:endParaRPr lang="en-IN"/>
          </a:p>
        </p:txBody>
      </p:sp>
      <p:sp>
        <p:nvSpPr>
          <p:cNvPr id="5" name="Footer Placeholder 4">
            <a:extLst>
              <a:ext uri="{FF2B5EF4-FFF2-40B4-BE49-F238E27FC236}">
                <a16:creationId xmlns:a16="http://schemas.microsoft.com/office/drawing/2014/main" id="{8C1D8829-A5E1-CE7B-275C-5E20D6501A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8F19ED-48D2-AF25-CEA1-ED2FED5362EE}"/>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3056806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35045-020F-1E00-23C5-8C9FC0B250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D8E6E3-048D-C382-E639-BEA827707D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3FDAEF-0AF1-364C-324F-0163544270E5}"/>
              </a:ext>
            </a:extLst>
          </p:cNvPr>
          <p:cNvSpPr>
            <a:spLocks noGrp="1"/>
          </p:cNvSpPr>
          <p:nvPr>
            <p:ph type="dt" sz="half" idx="10"/>
          </p:nvPr>
        </p:nvSpPr>
        <p:spPr/>
        <p:txBody>
          <a:bodyPr/>
          <a:lstStyle/>
          <a:p>
            <a:fld id="{BCEF6CBA-5FF2-4BA1-A776-094FD39C6F53}" type="datetimeFigureOut">
              <a:rPr lang="en-IN" smtClean="0"/>
              <a:t>27-01-2026</a:t>
            </a:fld>
            <a:endParaRPr lang="en-IN"/>
          </a:p>
        </p:txBody>
      </p:sp>
      <p:sp>
        <p:nvSpPr>
          <p:cNvPr id="5" name="Footer Placeholder 4">
            <a:extLst>
              <a:ext uri="{FF2B5EF4-FFF2-40B4-BE49-F238E27FC236}">
                <a16:creationId xmlns:a16="http://schemas.microsoft.com/office/drawing/2014/main" id="{00BD7B10-04F8-C96F-7B1D-6B813C1123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B791DB-6B85-82C8-3F66-0A8EB5FDEEF6}"/>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3973978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83A46-F3CB-D2F1-9474-BBFE2AB54C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DB7922-16AB-71B2-8331-4772D28D47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87B23-27FB-590F-0E42-F09216A04B02}"/>
              </a:ext>
            </a:extLst>
          </p:cNvPr>
          <p:cNvSpPr>
            <a:spLocks noGrp="1"/>
          </p:cNvSpPr>
          <p:nvPr>
            <p:ph type="dt" sz="half" idx="10"/>
          </p:nvPr>
        </p:nvSpPr>
        <p:spPr/>
        <p:txBody>
          <a:bodyPr/>
          <a:lstStyle/>
          <a:p>
            <a:fld id="{BCEF6CBA-5FF2-4BA1-A776-094FD39C6F53}" type="datetimeFigureOut">
              <a:rPr lang="en-IN" smtClean="0"/>
              <a:t>27-01-2026</a:t>
            </a:fld>
            <a:endParaRPr lang="en-IN"/>
          </a:p>
        </p:txBody>
      </p:sp>
      <p:sp>
        <p:nvSpPr>
          <p:cNvPr id="5" name="Footer Placeholder 4">
            <a:extLst>
              <a:ext uri="{FF2B5EF4-FFF2-40B4-BE49-F238E27FC236}">
                <a16:creationId xmlns:a16="http://schemas.microsoft.com/office/drawing/2014/main" id="{2016F3BB-5E75-DFBC-6DCF-09E70FA92B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4541CC-1BF6-5B62-85A4-60B52F1072DB}"/>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1785456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E2986-86C3-9343-07E4-1DB03647BE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205B3C-31B6-4CFD-4BD6-403AF7D72A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5861918-79BC-9712-F6E1-6F547AF9F7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CA4FDC-B9E9-45C3-EB49-E38F71D8FD5B}"/>
              </a:ext>
            </a:extLst>
          </p:cNvPr>
          <p:cNvSpPr>
            <a:spLocks noGrp="1"/>
          </p:cNvSpPr>
          <p:nvPr>
            <p:ph type="dt" sz="half" idx="10"/>
          </p:nvPr>
        </p:nvSpPr>
        <p:spPr/>
        <p:txBody>
          <a:bodyPr/>
          <a:lstStyle/>
          <a:p>
            <a:fld id="{BCEF6CBA-5FF2-4BA1-A776-094FD39C6F53}" type="datetimeFigureOut">
              <a:rPr lang="en-IN" smtClean="0"/>
              <a:t>27-01-2026</a:t>
            </a:fld>
            <a:endParaRPr lang="en-IN"/>
          </a:p>
        </p:txBody>
      </p:sp>
      <p:sp>
        <p:nvSpPr>
          <p:cNvPr id="6" name="Footer Placeholder 5">
            <a:extLst>
              <a:ext uri="{FF2B5EF4-FFF2-40B4-BE49-F238E27FC236}">
                <a16:creationId xmlns:a16="http://schemas.microsoft.com/office/drawing/2014/main" id="{5880BA8C-282A-06C3-0C51-C9AA7B2A55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DA790A-5A58-6C9A-A14C-E31E0C461E69}"/>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2473788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8C6B3-378C-4534-4AA7-39E9646390C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8B7363-E775-BD0E-3F09-E714545AD6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740947-9E03-4935-D10C-0273BA7F6A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1A22E75-1861-E63C-764D-E247CF3B0F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0B2C46-FDF1-5827-B332-E2FC1318C1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24892B-5B7F-0CF3-D01C-23B3DB32B20A}"/>
              </a:ext>
            </a:extLst>
          </p:cNvPr>
          <p:cNvSpPr>
            <a:spLocks noGrp="1"/>
          </p:cNvSpPr>
          <p:nvPr>
            <p:ph type="dt" sz="half" idx="10"/>
          </p:nvPr>
        </p:nvSpPr>
        <p:spPr/>
        <p:txBody>
          <a:bodyPr/>
          <a:lstStyle/>
          <a:p>
            <a:fld id="{BCEF6CBA-5FF2-4BA1-A776-094FD39C6F53}" type="datetimeFigureOut">
              <a:rPr lang="en-IN" smtClean="0"/>
              <a:t>27-01-2026</a:t>
            </a:fld>
            <a:endParaRPr lang="en-IN"/>
          </a:p>
        </p:txBody>
      </p:sp>
      <p:sp>
        <p:nvSpPr>
          <p:cNvPr id="8" name="Footer Placeholder 7">
            <a:extLst>
              <a:ext uri="{FF2B5EF4-FFF2-40B4-BE49-F238E27FC236}">
                <a16:creationId xmlns:a16="http://schemas.microsoft.com/office/drawing/2014/main" id="{E5768C5A-851D-44B7-67A4-58E34B0D2D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22D2462-F828-9555-D73E-D3C326257FBF}"/>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2392143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B8EB-9336-873C-ED4E-4CE5C92B810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9A93F44-AD4D-CC61-C89C-AA915FE24931}"/>
              </a:ext>
            </a:extLst>
          </p:cNvPr>
          <p:cNvSpPr>
            <a:spLocks noGrp="1"/>
          </p:cNvSpPr>
          <p:nvPr>
            <p:ph type="dt" sz="half" idx="10"/>
          </p:nvPr>
        </p:nvSpPr>
        <p:spPr/>
        <p:txBody>
          <a:bodyPr/>
          <a:lstStyle/>
          <a:p>
            <a:fld id="{BCEF6CBA-5FF2-4BA1-A776-094FD39C6F53}" type="datetimeFigureOut">
              <a:rPr lang="en-IN" smtClean="0"/>
              <a:t>27-01-2026</a:t>
            </a:fld>
            <a:endParaRPr lang="en-IN"/>
          </a:p>
        </p:txBody>
      </p:sp>
      <p:sp>
        <p:nvSpPr>
          <p:cNvPr id="4" name="Footer Placeholder 3">
            <a:extLst>
              <a:ext uri="{FF2B5EF4-FFF2-40B4-BE49-F238E27FC236}">
                <a16:creationId xmlns:a16="http://schemas.microsoft.com/office/drawing/2014/main" id="{8748716A-77B6-7FA7-822F-14199D36B12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E68225F-23BC-3484-1ABB-EC81495ADBC7}"/>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112853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296459-10A3-AE49-8B1D-2476012397D9}"/>
              </a:ext>
            </a:extLst>
          </p:cNvPr>
          <p:cNvSpPr>
            <a:spLocks noGrp="1"/>
          </p:cNvSpPr>
          <p:nvPr>
            <p:ph type="dt" sz="half" idx="10"/>
          </p:nvPr>
        </p:nvSpPr>
        <p:spPr/>
        <p:txBody>
          <a:bodyPr/>
          <a:lstStyle/>
          <a:p>
            <a:fld id="{BCEF6CBA-5FF2-4BA1-A776-094FD39C6F53}" type="datetimeFigureOut">
              <a:rPr lang="en-IN" smtClean="0"/>
              <a:t>27-01-2026</a:t>
            </a:fld>
            <a:endParaRPr lang="en-IN"/>
          </a:p>
        </p:txBody>
      </p:sp>
      <p:sp>
        <p:nvSpPr>
          <p:cNvPr id="3" name="Footer Placeholder 2">
            <a:extLst>
              <a:ext uri="{FF2B5EF4-FFF2-40B4-BE49-F238E27FC236}">
                <a16:creationId xmlns:a16="http://schemas.microsoft.com/office/drawing/2014/main" id="{64C7B6B7-55A9-0690-4299-528FDDB14A5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725117-4F97-E231-882D-BC010FB6770D}"/>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2058904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BB671-BCBD-C256-1E5D-46C213E766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440F536-8DDA-7B62-54CB-EEB8AF7938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EA60536-C894-E666-6AB3-7928C814ED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F380A0-AEEC-9BDA-C4D4-15F3355EA31E}"/>
              </a:ext>
            </a:extLst>
          </p:cNvPr>
          <p:cNvSpPr>
            <a:spLocks noGrp="1"/>
          </p:cNvSpPr>
          <p:nvPr>
            <p:ph type="dt" sz="half" idx="10"/>
          </p:nvPr>
        </p:nvSpPr>
        <p:spPr/>
        <p:txBody>
          <a:bodyPr/>
          <a:lstStyle/>
          <a:p>
            <a:fld id="{BCEF6CBA-5FF2-4BA1-A776-094FD39C6F53}" type="datetimeFigureOut">
              <a:rPr lang="en-IN" smtClean="0"/>
              <a:t>27-01-2026</a:t>
            </a:fld>
            <a:endParaRPr lang="en-IN"/>
          </a:p>
        </p:txBody>
      </p:sp>
      <p:sp>
        <p:nvSpPr>
          <p:cNvPr id="6" name="Footer Placeholder 5">
            <a:extLst>
              <a:ext uri="{FF2B5EF4-FFF2-40B4-BE49-F238E27FC236}">
                <a16:creationId xmlns:a16="http://schemas.microsoft.com/office/drawing/2014/main" id="{1C6C4400-6685-5CD6-D2CC-D80A0D573F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4B1A60-652E-5E09-67ED-6ACBF03E51A9}"/>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1166305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1D973-558C-D46D-95D6-AE0EF80961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CAC0F90-5F0A-089D-9CF3-1AECFDFC31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7B4EB0A-BD95-3EF3-D6D7-36F07B1E2B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92CAF5-C108-22BE-864A-1951557F01C0}"/>
              </a:ext>
            </a:extLst>
          </p:cNvPr>
          <p:cNvSpPr>
            <a:spLocks noGrp="1"/>
          </p:cNvSpPr>
          <p:nvPr>
            <p:ph type="dt" sz="half" idx="10"/>
          </p:nvPr>
        </p:nvSpPr>
        <p:spPr/>
        <p:txBody>
          <a:bodyPr/>
          <a:lstStyle/>
          <a:p>
            <a:fld id="{BCEF6CBA-5FF2-4BA1-A776-094FD39C6F53}" type="datetimeFigureOut">
              <a:rPr lang="en-IN" smtClean="0"/>
              <a:t>27-01-2026</a:t>
            </a:fld>
            <a:endParaRPr lang="en-IN"/>
          </a:p>
        </p:txBody>
      </p:sp>
      <p:sp>
        <p:nvSpPr>
          <p:cNvPr id="6" name="Footer Placeholder 5">
            <a:extLst>
              <a:ext uri="{FF2B5EF4-FFF2-40B4-BE49-F238E27FC236}">
                <a16:creationId xmlns:a16="http://schemas.microsoft.com/office/drawing/2014/main" id="{C121111F-FA03-C45E-2DB4-5A976CBC8D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A984CD-50EA-C10F-94A3-9020B752F59A}"/>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3699659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2FC22-4027-60D2-1749-229A5F2908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DBC007-97CA-CD1B-ACF3-A309854614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F29E15-4057-1B47-E964-B8F95FAD0619}"/>
              </a:ext>
            </a:extLst>
          </p:cNvPr>
          <p:cNvSpPr>
            <a:spLocks noGrp="1"/>
          </p:cNvSpPr>
          <p:nvPr>
            <p:ph type="dt" sz="half" idx="10"/>
          </p:nvPr>
        </p:nvSpPr>
        <p:spPr/>
        <p:txBody>
          <a:bodyPr/>
          <a:lstStyle/>
          <a:p>
            <a:fld id="{BCEF6CBA-5FF2-4BA1-A776-094FD39C6F53}" type="datetimeFigureOut">
              <a:rPr lang="en-IN" smtClean="0"/>
              <a:t>27-01-2026</a:t>
            </a:fld>
            <a:endParaRPr lang="en-IN"/>
          </a:p>
        </p:txBody>
      </p:sp>
      <p:sp>
        <p:nvSpPr>
          <p:cNvPr id="5" name="Footer Placeholder 4">
            <a:extLst>
              <a:ext uri="{FF2B5EF4-FFF2-40B4-BE49-F238E27FC236}">
                <a16:creationId xmlns:a16="http://schemas.microsoft.com/office/drawing/2014/main" id="{05116BA7-CECC-8A02-B5E0-C851601CDF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A89F14-DA11-7426-3CE0-595E61CD6206}"/>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1484115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856F7-6FCC-5914-EFB7-62B805FC69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6BD8F7-EAA7-516D-2A72-7C424F4DFB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1A6923-A759-D738-F58D-BC76A2FA66BE}"/>
              </a:ext>
            </a:extLst>
          </p:cNvPr>
          <p:cNvSpPr>
            <a:spLocks noGrp="1"/>
          </p:cNvSpPr>
          <p:nvPr>
            <p:ph type="dt" sz="half" idx="10"/>
          </p:nvPr>
        </p:nvSpPr>
        <p:spPr/>
        <p:txBody>
          <a:bodyPr/>
          <a:lstStyle/>
          <a:p>
            <a:fld id="{BCEF6CBA-5FF2-4BA1-A776-094FD39C6F53}" type="datetimeFigureOut">
              <a:rPr lang="en-IN" smtClean="0"/>
              <a:t>27-01-2026</a:t>
            </a:fld>
            <a:endParaRPr lang="en-IN"/>
          </a:p>
        </p:txBody>
      </p:sp>
      <p:sp>
        <p:nvSpPr>
          <p:cNvPr id="5" name="Footer Placeholder 4">
            <a:extLst>
              <a:ext uri="{FF2B5EF4-FFF2-40B4-BE49-F238E27FC236}">
                <a16:creationId xmlns:a16="http://schemas.microsoft.com/office/drawing/2014/main" id="{A0586AA9-1BAE-DB0A-56D6-678D40F829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9FF06A-9E3B-7121-B482-BCC547007803}"/>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2044911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447580-0BE0-7B04-8D0C-17C8FE2939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B9C76E-1E77-0D38-7471-FC5F802738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A85AF9-7F73-23C4-C475-1036C0CE9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EF6CBA-5FF2-4BA1-A776-094FD39C6F53}" type="datetimeFigureOut">
              <a:rPr lang="en-IN" smtClean="0"/>
              <a:t>27-01-2026</a:t>
            </a:fld>
            <a:endParaRPr lang="en-IN"/>
          </a:p>
        </p:txBody>
      </p:sp>
      <p:sp>
        <p:nvSpPr>
          <p:cNvPr id="5" name="Footer Placeholder 4">
            <a:extLst>
              <a:ext uri="{FF2B5EF4-FFF2-40B4-BE49-F238E27FC236}">
                <a16:creationId xmlns:a16="http://schemas.microsoft.com/office/drawing/2014/main" id="{8F418B36-189B-3D96-4AB2-0D978F032A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B35DDBA-4976-1099-1655-4E82A80D3C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BD151E-0CEF-4ED0-9463-9A59D7EF7EF6}" type="slidenum">
              <a:rPr lang="en-IN" smtClean="0"/>
              <a:t>‹#›</a:t>
            </a:fld>
            <a:endParaRPr lang="en-IN"/>
          </a:p>
        </p:txBody>
      </p:sp>
    </p:spTree>
    <p:extLst>
      <p:ext uri="{BB962C8B-B14F-4D97-AF65-F5344CB8AC3E}">
        <p14:creationId xmlns:p14="http://schemas.microsoft.com/office/powerpoint/2010/main" val="40085699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C4C8B-E490-A690-7E2B-CE1A08090B8E}"/>
              </a:ext>
            </a:extLst>
          </p:cNvPr>
          <p:cNvSpPr>
            <a:spLocks noGrp="1"/>
          </p:cNvSpPr>
          <p:nvPr>
            <p:ph type="ctrTitle"/>
          </p:nvPr>
        </p:nvSpPr>
        <p:spPr>
          <a:xfrm>
            <a:off x="1524000" y="1600200"/>
            <a:ext cx="9144000" cy="2077948"/>
          </a:xfrm>
        </p:spPr>
        <p:txBody>
          <a:bodyPr>
            <a:normAutofit fontScale="90000"/>
          </a:bodyPr>
          <a:lstStyle/>
          <a:p>
            <a:pPr>
              <a:lnSpc>
                <a:spcPct val="150000"/>
              </a:lnSpc>
            </a:pPr>
            <a:br>
              <a:rPr lang="en-US" sz="40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ZEROTH REVIEW</a:t>
            </a:r>
            <a:br>
              <a:rPr lang="en-US" sz="4000" dirty="0">
                <a:latin typeface="Times New Roman" panose="02020603050405020304" pitchFamily="18" charset="0"/>
                <a:cs typeface="Times New Roman" panose="02020603050405020304" pitchFamily="18" charset="0"/>
              </a:rPr>
            </a:br>
            <a:r>
              <a:rPr lang="en-GB" sz="3100" dirty="0"/>
              <a:t>Balancing Accuracy and Interpretability: A Post-hoc Explainable AI Framework for Structured Data</a:t>
            </a:r>
            <a:br>
              <a:rPr lang="en-US" sz="48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Project Category: </a:t>
            </a:r>
            <a:r>
              <a:rPr lang="en-US" sz="2000" dirty="0">
                <a:latin typeface="Times New Roman" panose="02020603050405020304" pitchFamily="18" charset="0"/>
                <a:cs typeface="Times New Roman" panose="02020603050405020304" pitchFamily="18" charset="0"/>
              </a:rPr>
              <a:t>RESEARCH</a:t>
            </a:r>
            <a:endParaRPr lang="en-IN" sz="4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B62C648-D747-6594-131E-9E1DA54D5EAD}"/>
              </a:ext>
            </a:extLst>
          </p:cNvPr>
          <p:cNvSpPr>
            <a:spLocks noGrp="1"/>
          </p:cNvSpPr>
          <p:nvPr>
            <p:ph type="subTitle" idx="1"/>
          </p:nvPr>
        </p:nvSpPr>
        <p:spPr>
          <a:xfrm>
            <a:off x="380145" y="4325420"/>
            <a:ext cx="11435136" cy="1203699"/>
          </a:xfrm>
        </p:spPr>
        <p:txBody>
          <a:bodyPr>
            <a:noAutofit/>
          </a:bodyPr>
          <a:lstStyle/>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Guide Name: Dr. Dinesh G                                         Student Name &amp; Registration Number:</a:t>
            </a:r>
          </a:p>
          <a:p>
            <a:pPr algn="r"/>
            <a:r>
              <a:rPr lang="en-US" sz="2000" dirty="0">
                <a:latin typeface="Times New Roman" panose="02020603050405020304" pitchFamily="18" charset="0"/>
                <a:cs typeface="Times New Roman" panose="02020603050405020304" pitchFamily="18" charset="0"/>
              </a:rPr>
              <a:t>Vignesh R – RA2311047010165</a:t>
            </a:r>
          </a:p>
          <a:p>
            <a:pPr algn="r"/>
            <a:r>
              <a:rPr lang="en-US" sz="2000" dirty="0">
                <a:latin typeface="Times New Roman" panose="02020603050405020304" pitchFamily="18" charset="0"/>
                <a:cs typeface="Times New Roman" panose="02020603050405020304" pitchFamily="18" charset="0"/>
              </a:rPr>
              <a:t>Sarvesh Raam T K – RA2311047010177</a:t>
            </a:r>
          </a:p>
          <a:p>
            <a:endParaRPr lang="en-IN" sz="2000" dirty="0">
              <a:latin typeface="Times New Roman" panose="02020603050405020304" pitchFamily="18" charset="0"/>
              <a:cs typeface="Times New Roman" panose="02020603050405020304" pitchFamily="18" charset="0"/>
            </a:endParaRPr>
          </a:p>
        </p:txBody>
      </p:sp>
      <p:pic>
        <p:nvPicPr>
          <p:cNvPr id="1026" name="Picture 2" descr="SRM Institute of Science and Technology - Wikipedia">
            <a:extLst>
              <a:ext uri="{FF2B5EF4-FFF2-40B4-BE49-F238E27FC236}">
                <a16:creationId xmlns:a16="http://schemas.microsoft.com/office/drawing/2014/main" id="{77CE9206-B4A2-2784-EBA4-970EB15691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50286" y="71919"/>
            <a:ext cx="1661019" cy="1655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8337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BDDA3-7A09-E5E0-2A69-456914C0757F}"/>
              </a:ext>
            </a:extLst>
          </p:cNvPr>
          <p:cNvSpPr>
            <a:spLocks noGrp="1"/>
          </p:cNvSpPr>
          <p:nvPr>
            <p:ph type="title"/>
          </p:nvPr>
        </p:nvSpPr>
        <p:spPr/>
        <p:txBody>
          <a:bodyPr/>
          <a:lstStyle/>
          <a:p>
            <a:pPr algn="ctr"/>
            <a:r>
              <a:rPr lang="en-US" dirty="0"/>
              <a:t>Abstract</a:t>
            </a:r>
            <a:endParaRPr lang="en-IN" dirty="0"/>
          </a:p>
        </p:txBody>
      </p:sp>
      <p:sp>
        <p:nvSpPr>
          <p:cNvPr id="3" name="Content Placeholder 2">
            <a:extLst>
              <a:ext uri="{FF2B5EF4-FFF2-40B4-BE49-F238E27FC236}">
                <a16:creationId xmlns:a16="http://schemas.microsoft.com/office/drawing/2014/main" id="{6370AE60-1BCF-9DB5-0DD1-9677B37D3C49}"/>
              </a:ext>
            </a:extLst>
          </p:cNvPr>
          <p:cNvSpPr>
            <a:spLocks noGrp="1"/>
          </p:cNvSpPr>
          <p:nvPr>
            <p:ph idx="1"/>
          </p:nvPr>
        </p:nvSpPr>
        <p:spPr/>
        <p:txBody>
          <a:bodyPr>
            <a:noAutofit/>
          </a:bodyPr>
          <a:lstStyle/>
          <a:p>
            <a:pPr marL="0" indent="0">
              <a:buNone/>
            </a:pPr>
            <a:r>
              <a:rPr lang="en-GB" sz="1800" dirty="0">
                <a:latin typeface="+mj-lt"/>
              </a:rPr>
              <a:t>The growing adoption of machine learning models in real-world decision-making systems has raised critical concerns regarding transparency and interpretability. While complex models often achieve high predictive accuracy, their black-box nature limits trust, accountability, and practical deployment in sensitive domains such as healthcare and socio-economic assessment. This project presents a post-hoc Explainable Artificial Intelligence (XAI) framework aimed at balancing predictive performance and interpretability for structured data. Multiple classification models, including Logistic Regression, Random Forest, and Gradient Boosting, are trained and evaluated on benchmark datasets such as the UCI Adult Income and UCI Heart Disease datasets. Model-agnostic explanation techniques, namely SHAP and LIME, are employed to generate both global and local explanations of model predictions. The experimental analysis demonstrates that ensemble models provide superior accuracy, while explainability techniques offer meaningful insights into feature importance and individual prediction reasoning. The study highlights the trade-off between accuracy and interpretability and emphasizes the role of explainable AI in building trustworthy and transparent machine learning systems for real-world decision support.</a:t>
            </a:r>
            <a:endParaRPr lang="en-IN" sz="1800" dirty="0">
              <a:latin typeface="+mj-lt"/>
            </a:endParaRPr>
          </a:p>
        </p:txBody>
      </p:sp>
    </p:spTree>
    <p:extLst>
      <p:ext uri="{BB962C8B-B14F-4D97-AF65-F5344CB8AC3E}">
        <p14:creationId xmlns:p14="http://schemas.microsoft.com/office/powerpoint/2010/main" val="515803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66279-38BF-B8B1-9A5C-F3027352E0E3}"/>
              </a:ext>
            </a:extLst>
          </p:cNvPr>
          <p:cNvSpPr>
            <a:spLocks noGrp="1"/>
          </p:cNvSpPr>
          <p:nvPr>
            <p:ph type="title"/>
          </p:nvPr>
        </p:nvSpPr>
        <p:spPr/>
        <p:txBody>
          <a:bodyPr/>
          <a:lstStyle/>
          <a:p>
            <a:pPr algn="ctr"/>
            <a:r>
              <a:rPr lang="en-US" dirty="0"/>
              <a:t>Introduction</a:t>
            </a:r>
            <a:endParaRPr lang="en-IN" dirty="0"/>
          </a:p>
        </p:txBody>
      </p:sp>
      <p:sp>
        <p:nvSpPr>
          <p:cNvPr id="3" name="Content Placeholder 2">
            <a:extLst>
              <a:ext uri="{FF2B5EF4-FFF2-40B4-BE49-F238E27FC236}">
                <a16:creationId xmlns:a16="http://schemas.microsoft.com/office/drawing/2014/main" id="{2D4E1B9E-B6CE-FC33-1BC3-4710F2B171E7}"/>
              </a:ext>
            </a:extLst>
          </p:cNvPr>
          <p:cNvSpPr>
            <a:spLocks noGrp="1"/>
          </p:cNvSpPr>
          <p:nvPr>
            <p:ph idx="1"/>
          </p:nvPr>
        </p:nvSpPr>
        <p:spPr/>
        <p:txBody>
          <a:bodyPr>
            <a:normAutofit/>
          </a:bodyPr>
          <a:lstStyle/>
          <a:p>
            <a:pPr marL="0" indent="0">
              <a:buNone/>
            </a:pPr>
            <a:r>
              <a:rPr lang="en-GB" sz="2400" dirty="0">
                <a:latin typeface="+mj-lt"/>
              </a:rPr>
              <a:t>Machine learning models are increasingly used in real-world decision-making systems such as healthcare diagnosis, financial risk assessment, and socio-economic evaluation. Although advanced machine learning models often achieve high predictive accuracy, they function as black-box systems, making it difficult to understand how predictions are generated. This lack of transparency reduces trust and limits their adoption in critical applications.</a:t>
            </a:r>
          </a:p>
          <a:p>
            <a:pPr marL="0" indent="0">
              <a:buNone/>
            </a:pPr>
            <a:r>
              <a:rPr lang="en-GB" sz="2400" dirty="0">
                <a:latin typeface="+mj-lt"/>
              </a:rPr>
              <a:t>Explainable Artificial Intelligence (XAI) has emerged as a solution to address this challenge by providing insights into model behaviour without compromising performance. XAI techniques help users understand the influence of input features on predictions, enabling transparency, accountability, and informed decision-making.</a:t>
            </a:r>
          </a:p>
          <a:p>
            <a:pPr marL="0" indent="0">
              <a:buNone/>
            </a:pPr>
            <a:endParaRPr lang="en-IN" dirty="0"/>
          </a:p>
        </p:txBody>
      </p:sp>
    </p:spTree>
    <p:extLst>
      <p:ext uri="{BB962C8B-B14F-4D97-AF65-F5344CB8AC3E}">
        <p14:creationId xmlns:p14="http://schemas.microsoft.com/office/powerpoint/2010/main" val="907613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8751A5-CDF3-D572-2DE7-C3C1540427F9}"/>
              </a:ext>
            </a:extLst>
          </p:cNvPr>
          <p:cNvSpPr>
            <a:spLocks noGrp="1"/>
          </p:cNvSpPr>
          <p:nvPr>
            <p:ph idx="1"/>
          </p:nvPr>
        </p:nvSpPr>
        <p:spPr>
          <a:xfrm>
            <a:off x="838200" y="1907921"/>
            <a:ext cx="10515600" cy="4351338"/>
          </a:xfrm>
        </p:spPr>
        <p:txBody>
          <a:bodyPr>
            <a:normAutofit/>
          </a:bodyPr>
          <a:lstStyle/>
          <a:p>
            <a:pPr marL="0" indent="0">
              <a:buNone/>
            </a:pPr>
            <a:r>
              <a:rPr lang="en-GB" sz="2400" dirty="0">
                <a:latin typeface="+mj-lt"/>
              </a:rPr>
              <a:t>In this project, a post-hoc explainable AI framework is proposed to analyse and interpret machine learning predictions on structured datasets. Multiple classification models are trained and evaluated, and model-agnostic explanation methods such as SHAP and LIME are applied to provide both global and local interpretability. The study focuses on analysing the trade-off between model accuracy and interpretability, highlighting the importance of explainable AI for building trustworthy machine learning systems.</a:t>
            </a:r>
            <a:endParaRPr lang="en-IN" sz="2400" dirty="0">
              <a:latin typeface="+mj-lt"/>
            </a:endParaRPr>
          </a:p>
        </p:txBody>
      </p:sp>
      <p:sp>
        <p:nvSpPr>
          <p:cNvPr id="4" name="Title 1">
            <a:extLst>
              <a:ext uri="{FF2B5EF4-FFF2-40B4-BE49-F238E27FC236}">
                <a16:creationId xmlns:a16="http://schemas.microsoft.com/office/drawing/2014/main" id="{02A27509-C653-3541-DDB7-A3CC1B7BBC97}"/>
              </a:ext>
            </a:extLst>
          </p:cNvPr>
          <p:cNvSpPr>
            <a:spLocks noGrp="1"/>
          </p:cNvSpPr>
          <p:nvPr>
            <p:ph type="title"/>
          </p:nvPr>
        </p:nvSpPr>
        <p:spPr>
          <a:xfrm>
            <a:off x="838200" y="365125"/>
            <a:ext cx="10515600" cy="1325563"/>
          </a:xfrm>
        </p:spPr>
        <p:txBody>
          <a:bodyPr/>
          <a:lstStyle/>
          <a:p>
            <a:pPr algn="ctr"/>
            <a:r>
              <a:rPr lang="en-US" dirty="0"/>
              <a:t>Introduction</a:t>
            </a:r>
            <a:endParaRPr lang="en-IN" dirty="0"/>
          </a:p>
        </p:txBody>
      </p:sp>
    </p:spTree>
    <p:extLst>
      <p:ext uri="{BB962C8B-B14F-4D97-AF65-F5344CB8AC3E}">
        <p14:creationId xmlns:p14="http://schemas.microsoft.com/office/powerpoint/2010/main" val="682171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316D3F-91A9-488F-1377-138295D83F22}"/>
              </a:ext>
            </a:extLst>
          </p:cNvPr>
          <p:cNvSpPr>
            <a:spLocks noGrp="1"/>
          </p:cNvSpPr>
          <p:nvPr>
            <p:ph idx="1"/>
          </p:nvPr>
        </p:nvSpPr>
        <p:spPr/>
        <p:txBody>
          <a:bodyPr>
            <a:normAutofit lnSpcReduction="10000"/>
          </a:bodyPr>
          <a:lstStyle/>
          <a:p>
            <a:pPr marL="0" indent="0">
              <a:buNone/>
            </a:pPr>
            <a:r>
              <a:rPr lang="en-GB" sz="2200" b="1" dirty="0">
                <a:latin typeface="+mj-lt"/>
              </a:rPr>
              <a:t>SHAP (</a:t>
            </a:r>
            <a:r>
              <a:rPr lang="en-GB" sz="2200" b="1" dirty="0" err="1">
                <a:latin typeface="+mj-lt"/>
              </a:rPr>
              <a:t>SHapley</a:t>
            </a:r>
            <a:r>
              <a:rPr lang="en-GB" sz="2200" b="1" dirty="0">
                <a:latin typeface="+mj-lt"/>
              </a:rPr>
              <a:t> Additive </a:t>
            </a:r>
            <a:r>
              <a:rPr lang="en-GB" sz="2200" b="1" dirty="0" err="1">
                <a:latin typeface="+mj-lt"/>
              </a:rPr>
              <a:t>exPlanations</a:t>
            </a:r>
            <a:r>
              <a:rPr lang="en-GB" sz="2200" b="1" dirty="0">
                <a:latin typeface="+mj-lt"/>
              </a:rPr>
              <a:t>)</a:t>
            </a:r>
          </a:p>
          <a:p>
            <a:pPr marL="0" indent="0">
              <a:buNone/>
            </a:pPr>
            <a:r>
              <a:rPr lang="en-GB" sz="2200" dirty="0">
                <a:latin typeface="+mj-lt"/>
              </a:rPr>
              <a:t>SHAP is a post-hoc explainability technique based on cooperative game theory. It assigns an importance value to each input feature by measuring its contribution to the model’s prediction. SHAP provides both </a:t>
            </a:r>
            <a:r>
              <a:rPr lang="en-GB" sz="2200" b="1" dirty="0">
                <a:latin typeface="+mj-lt"/>
              </a:rPr>
              <a:t>global explanations</a:t>
            </a:r>
            <a:r>
              <a:rPr lang="en-GB" sz="2200" dirty="0">
                <a:latin typeface="+mj-lt"/>
              </a:rPr>
              <a:t>, which show overall feature importance across the dataset, and </a:t>
            </a:r>
            <a:r>
              <a:rPr lang="en-GB" sz="2200" b="1" dirty="0">
                <a:latin typeface="+mj-lt"/>
              </a:rPr>
              <a:t>local explanations</a:t>
            </a:r>
            <a:r>
              <a:rPr lang="en-GB" sz="2200" dirty="0">
                <a:latin typeface="+mj-lt"/>
              </a:rPr>
              <a:t>, which explain individual predictions. It ensures consistency and fairness in feature attribution, making it widely used for interpreting complex machine learning models.</a:t>
            </a:r>
          </a:p>
          <a:p>
            <a:pPr marL="0" indent="0">
              <a:buNone/>
            </a:pPr>
            <a:r>
              <a:rPr lang="en-GB" sz="2200" b="1" dirty="0">
                <a:latin typeface="+mj-lt"/>
              </a:rPr>
              <a:t>LIME (Local Interpretable Model-agnostic Explanations)</a:t>
            </a:r>
          </a:p>
          <a:p>
            <a:pPr marL="0" indent="0">
              <a:buNone/>
            </a:pPr>
            <a:r>
              <a:rPr lang="en-GB" sz="2200" dirty="0">
                <a:latin typeface="+mj-lt"/>
              </a:rPr>
              <a:t>LIME is a model-agnostic explainability method that explains individual predictions by approximating the black-box model locally with a simple interpretable model. It perturbs the input data around a specific instance and observes the changes in predictions to identify influential features. LIME focuses only on </a:t>
            </a:r>
            <a:r>
              <a:rPr lang="en-GB" sz="2200" b="1" dirty="0">
                <a:latin typeface="+mj-lt"/>
              </a:rPr>
              <a:t>local interpretability</a:t>
            </a:r>
            <a:r>
              <a:rPr lang="en-GB" sz="2200" dirty="0">
                <a:latin typeface="+mj-lt"/>
              </a:rPr>
              <a:t>, helping users understand why a particular prediction was made.</a:t>
            </a:r>
          </a:p>
          <a:p>
            <a:pPr marL="0" indent="0">
              <a:buNone/>
            </a:pPr>
            <a:endParaRPr lang="en-GB" sz="2400" dirty="0">
              <a:latin typeface="+mj-lt"/>
            </a:endParaRPr>
          </a:p>
          <a:p>
            <a:endParaRPr lang="en-IN" dirty="0"/>
          </a:p>
        </p:txBody>
      </p:sp>
      <p:sp>
        <p:nvSpPr>
          <p:cNvPr id="4" name="Title 1">
            <a:extLst>
              <a:ext uri="{FF2B5EF4-FFF2-40B4-BE49-F238E27FC236}">
                <a16:creationId xmlns:a16="http://schemas.microsoft.com/office/drawing/2014/main" id="{4DADB3B8-B62B-2BCA-795C-73C8455145FE}"/>
              </a:ext>
            </a:extLst>
          </p:cNvPr>
          <p:cNvSpPr>
            <a:spLocks noGrp="1"/>
          </p:cNvSpPr>
          <p:nvPr>
            <p:ph type="title"/>
          </p:nvPr>
        </p:nvSpPr>
        <p:spPr>
          <a:xfrm>
            <a:off x="838200" y="365125"/>
            <a:ext cx="10515600" cy="1325563"/>
          </a:xfrm>
        </p:spPr>
        <p:txBody>
          <a:bodyPr/>
          <a:lstStyle/>
          <a:p>
            <a:pPr algn="ctr"/>
            <a:r>
              <a:rPr lang="en-US" dirty="0"/>
              <a:t>Introduction</a:t>
            </a:r>
            <a:endParaRPr lang="en-IN" dirty="0"/>
          </a:p>
        </p:txBody>
      </p:sp>
    </p:spTree>
    <p:extLst>
      <p:ext uri="{BB962C8B-B14F-4D97-AF65-F5344CB8AC3E}">
        <p14:creationId xmlns:p14="http://schemas.microsoft.com/office/powerpoint/2010/main" val="1913855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D70E0-5C04-941C-F396-425081098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4B9E42-A598-B6EB-B139-283F1FE40CF2}"/>
              </a:ext>
            </a:extLst>
          </p:cNvPr>
          <p:cNvSpPr>
            <a:spLocks noGrp="1"/>
          </p:cNvSpPr>
          <p:nvPr>
            <p:ph type="title"/>
          </p:nvPr>
        </p:nvSpPr>
        <p:spPr/>
        <p:txBody>
          <a:bodyPr/>
          <a:lstStyle/>
          <a:p>
            <a:pPr algn="ctr"/>
            <a:r>
              <a:rPr lang="en-US" dirty="0"/>
              <a:t>Literature Survey</a:t>
            </a:r>
            <a:endParaRPr lang="en-IN" dirty="0"/>
          </a:p>
        </p:txBody>
      </p:sp>
      <p:pic>
        <p:nvPicPr>
          <p:cNvPr id="5" name="Content Placeholder 4">
            <a:extLst>
              <a:ext uri="{FF2B5EF4-FFF2-40B4-BE49-F238E27FC236}">
                <a16:creationId xmlns:a16="http://schemas.microsoft.com/office/drawing/2014/main" id="{8F11374E-87C2-145D-93E9-78BA1CBDD52C}"/>
              </a:ext>
            </a:extLst>
          </p:cNvPr>
          <p:cNvPicPr>
            <a:picLocks noGrp="1" noChangeAspect="1"/>
          </p:cNvPicPr>
          <p:nvPr>
            <p:ph idx="1"/>
          </p:nvPr>
        </p:nvPicPr>
        <p:blipFill>
          <a:blip r:embed="rId3"/>
          <a:stretch>
            <a:fillRect/>
          </a:stretch>
        </p:blipFill>
        <p:spPr>
          <a:xfrm>
            <a:off x="1344120" y="1825625"/>
            <a:ext cx="9503760" cy="4351338"/>
          </a:xfrm>
          <a:prstGeom prst="rect">
            <a:avLst/>
          </a:prstGeom>
        </p:spPr>
      </p:pic>
    </p:spTree>
    <p:extLst>
      <p:ext uri="{BB962C8B-B14F-4D97-AF65-F5344CB8AC3E}">
        <p14:creationId xmlns:p14="http://schemas.microsoft.com/office/powerpoint/2010/main" val="2187422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34380FA-FF03-BA83-684A-D69A6B959659}"/>
              </a:ext>
            </a:extLst>
          </p:cNvPr>
          <p:cNvPicPr>
            <a:picLocks noGrp="1" noChangeAspect="1"/>
          </p:cNvPicPr>
          <p:nvPr>
            <p:ph idx="1"/>
          </p:nvPr>
        </p:nvPicPr>
        <p:blipFill>
          <a:blip r:embed="rId2"/>
          <a:stretch>
            <a:fillRect/>
          </a:stretch>
        </p:blipFill>
        <p:spPr>
          <a:xfrm>
            <a:off x="1137545" y="2377055"/>
            <a:ext cx="9916909" cy="3248478"/>
          </a:xfrm>
          <a:prstGeom prst="rect">
            <a:avLst/>
          </a:prstGeom>
        </p:spPr>
      </p:pic>
      <p:sp>
        <p:nvSpPr>
          <p:cNvPr id="4" name="Title 1">
            <a:extLst>
              <a:ext uri="{FF2B5EF4-FFF2-40B4-BE49-F238E27FC236}">
                <a16:creationId xmlns:a16="http://schemas.microsoft.com/office/drawing/2014/main" id="{B6E5C561-BD05-F525-69FF-6537CB39E206}"/>
              </a:ext>
            </a:extLst>
          </p:cNvPr>
          <p:cNvSpPr>
            <a:spLocks noGrp="1"/>
          </p:cNvSpPr>
          <p:nvPr>
            <p:ph type="title"/>
          </p:nvPr>
        </p:nvSpPr>
        <p:spPr>
          <a:xfrm>
            <a:off x="838200" y="365125"/>
            <a:ext cx="10515600" cy="1325563"/>
          </a:xfrm>
        </p:spPr>
        <p:txBody>
          <a:bodyPr/>
          <a:lstStyle/>
          <a:p>
            <a:pPr algn="ctr"/>
            <a:r>
              <a:rPr lang="en-US" dirty="0"/>
              <a:t>Literature Survey</a:t>
            </a:r>
            <a:endParaRPr lang="en-IN" dirty="0"/>
          </a:p>
        </p:txBody>
      </p:sp>
    </p:spTree>
    <p:extLst>
      <p:ext uri="{BB962C8B-B14F-4D97-AF65-F5344CB8AC3E}">
        <p14:creationId xmlns:p14="http://schemas.microsoft.com/office/powerpoint/2010/main" val="164622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B299F67-E885-E923-1BD0-5D657E6B9E48}"/>
              </a:ext>
            </a:extLst>
          </p:cNvPr>
          <p:cNvPicPr>
            <a:picLocks noGrp="1" noChangeAspect="1"/>
          </p:cNvPicPr>
          <p:nvPr>
            <p:ph idx="1"/>
          </p:nvPr>
        </p:nvPicPr>
        <p:blipFill>
          <a:blip r:embed="rId2"/>
          <a:stretch>
            <a:fillRect/>
          </a:stretch>
        </p:blipFill>
        <p:spPr>
          <a:xfrm>
            <a:off x="1132782" y="2076975"/>
            <a:ext cx="9926435" cy="3848637"/>
          </a:xfrm>
          <a:prstGeom prst="rect">
            <a:avLst/>
          </a:prstGeom>
        </p:spPr>
      </p:pic>
      <p:sp>
        <p:nvSpPr>
          <p:cNvPr id="4" name="Title 1">
            <a:extLst>
              <a:ext uri="{FF2B5EF4-FFF2-40B4-BE49-F238E27FC236}">
                <a16:creationId xmlns:a16="http://schemas.microsoft.com/office/drawing/2014/main" id="{89E85955-39BE-2BD0-4099-2C1755934D35}"/>
              </a:ext>
            </a:extLst>
          </p:cNvPr>
          <p:cNvSpPr>
            <a:spLocks noGrp="1"/>
          </p:cNvSpPr>
          <p:nvPr>
            <p:ph type="title"/>
          </p:nvPr>
        </p:nvSpPr>
        <p:spPr>
          <a:xfrm>
            <a:off x="838200" y="365125"/>
            <a:ext cx="10515600" cy="1325563"/>
          </a:xfrm>
        </p:spPr>
        <p:txBody>
          <a:bodyPr/>
          <a:lstStyle/>
          <a:p>
            <a:pPr algn="ctr"/>
            <a:r>
              <a:rPr lang="en-US" dirty="0"/>
              <a:t>Literature Survey</a:t>
            </a:r>
            <a:endParaRPr lang="en-IN" dirty="0"/>
          </a:p>
        </p:txBody>
      </p:sp>
    </p:spTree>
    <p:extLst>
      <p:ext uri="{BB962C8B-B14F-4D97-AF65-F5344CB8AC3E}">
        <p14:creationId xmlns:p14="http://schemas.microsoft.com/office/powerpoint/2010/main" val="4279298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BF60474-F12F-D6B3-F505-C058B3F36CFE}"/>
              </a:ext>
            </a:extLst>
          </p:cNvPr>
          <p:cNvPicPr>
            <a:picLocks noGrp="1" noChangeAspect="1"/>
          </p:cNvPicPr>
          <p:nvPr>
            <p:ph idx="1"/>
          </p:nvPr>
        </p:nvPicPr>
        <p:blipFill>
          <a:blip r:embed="rId2"/>
          <a:stretch>
            <a:fillRect/>
          </a:stretch>
        </p:blipFill>
        <p:spPr>
          <a:xfrm>
            <a:off x="1137545" y="2086502"/>
            <a:ext cx="9916909" cy="3829584"/>
          </a:xfrm>
          <a:prstGeom prst="rect">
            <a:avLst/>
          </a:prstGeom>
        </p:spPr>
      </p:pic>
      <p:sp>
        <p:nvSpPr>
          <p:cNvPr id="4" name="Title 1">
            <a:extLst>
              <a:ext uri="{FF2B5EF4-FFF2-40B4-BE49-F238E27FC236}">
                <a16:creationId xmlns:a16="http://schemas.microsoft.com/office/drawing/2014/main" id="{8BCD1C44-BC68-E86B-FA3D-2FD044A99269}"/>
              </a:ext>
            </a:extLst>
          </p:cNvPr>
          <p:cNvSpPr>
            <a:spLocks noGrp="1"/>
          </p:cNvSpPr>
          <p:nvPr>
            <p:ph type="title"/>
          </p:nvPr>
        </p:nvSpPr>
        <p:spPr>
          <a:xfrm>
            <a:off x="838200" y="365125"/>
            <a:ext cx="10515600" cy="1325563"/>
          </a:xfrm>
        </p:spPr>
        <p:txBody>
          <a:bodyPr/>
          <a:lstStyle/>
          <a:p>
            <a:pPr algn="ctr"/>
            <a:r>
              <a:rPr lang="en-US" dirty="0"/>
              <a:t>Literature Survey</a:t>
            </a:r>
            <a:endParaRPr lang="en-IN" dirty="0"/>
          </a:p>
        </p:txBody>
      </p:sp>
    </p:spTree>
    <p:extLst>
      <p:ext uri="{BB962C8B-B14F-4D97-AF65-F5344CB8AC3E}">
        <p14:creationId xmlns:p14="http://schemas.microsoft.com/office/powerpoint/2010/main" val="940485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76FA768-C48B-FA30-CCCC-8096F3384A9B}"/>
              </a:ext>
            </a:extLst>
          </p:cNvPr>
          <p:cNvPicPr>
            <a:picLocks noGrp="1" noChangeAspect="1"/>
          </p:cNvPicPr>
          <p:nvPr>
            <p:ph idx="1"/>
          </p:nvPr>
        </p:nvPicPr>
        <p:blipFill>
          <a:blip r:embed="rId2"/>
          <a:stretch>
            <a:fillRect/>
          </a:stretch>
        </p:blipFill>
        <p:spPr>
          <a:xfrm>
            <a:off x="1132782" y="2081738"/>
            <a:ext cx="9926435" cy="3839111"/>
          </a:xfrm>
          <a:prstGeom prst="rect">
            <a:avLst/>
          </a:prstGeom>
        </p:spPr>
      </p:pic>
      <p:sp>
        <p:nvSpPr>
          <p:cNvPr id="4" name="Title 1">
            <a:extLst>
              <a:ext uri="{FF2B5EF4-FFF2-40B4-BE49-F238E27FC236}">
                <a16:creationId xmlns:a16="http://schemas.microsoft.com/office/drawing/2014/main" id="{7EDD8F2A-AF19-F5FA-935A-03C579B96B6D}"/>
              </a:ext>
            </a:extLst>
          </p:cNvPr>
          <p:cNvSpPr>
            <a:spLocks noGrp="1"/>
          </p:cNvSpPr>
          <p:nvPr>
            <p:ph type="title"/>
          </p:nvPr>
        </p:nvSpPr>
        <p:spPr>
          <a:xfrm>
            <a:off x="838200" y="365125"/>
            <a:ext cx="10515600" cy="1325563"/>
          </a:xfrm>
        </p:spPr>
        <p:txBody>
          <a:bodyPr/>
          <a:lstStyle/>
          <a:p>
            <a:pPr algn="ctr"/>
            <a:r>
              <a:rPr lang="en-US" dirty="0"/>
              <a:t>Literature Survey</a:t>
            </a:r>
            <a:endParaRPr lang="en-IN" dirty="0"/>
          </a:p>
        </p:txBody>
      </p:sp>
    </p:spTree>
    <p:extLst>
      <p:ext uri="{BB962C8B-B14F-4D97-AF65-F5344CB8AC3E}">
        <p14:creationId xmlns:p14="http://schemas.microsoft.com/office/powerpoint/2010/main" val="1541288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547E430-5CE3-2AD8-BBD5-2FB7BDA6F53C}"/>
              </a:ext>
            </a:extLst>
          </p:cNvPr>
          <p:cNvPicPr>
            <a:picLocks noGrp="1" noChangeAspect="1"/>
          </p:cNvPicPr>
          <p:nvPr>
            <p:ph idx="1"/>
          </p:nvPr>
        </p:nvPicPr>
        <p:blipFill>
          <a:blip r:embed="rId2"/>
          <a:stretch>
            <a:fillRect/>
          </a:stretch>
        </p:blipFill>
        <p:spPr>
          <a:xfrm>
            <a:off x="1128019" y="2086502"/>
            <a:ext cx="9935962" cy="3829584"/>
          </a:xfrm>
          <a:prstGeom prst="rect">
            <a:avLst/>
          </a:prstGeom>
        </p:spPr>
      </p:pic>
      <p:sp>
        <p:nvSpPr>
          <p:cNvPr id="4" name="Title 1">
            <a:extLst>
              <a:ext uri="{FF2B5EF4-FFF2-40B4-BE49-F238E27FC236}">
                <a16:creationId xmlns:a16="http://schemas.microsoft.com/office/drawing/2014/main" id="{F986DF57-B9EF-7EBF-3E69-00BDD0656049}"/>
              </a:ext>
            </a:extLst>
          </p:cNvPr>
          <p:cNvSpPr>
            <a:spLocks noGrp="1"/>
          </p:cNvSpPr>
          <p:nvPr>
            <p:ph type="title"/>
          </p:nvPr>
        </p:nvSpPr>
        <p:spPr>
          <a:xfrm>
            <a:off x="838200" y="365125"/>
            <a:ext cx="10515600" cy="1325563"/>
          </a:xfrm>
        </p:spPr>
        <p:txBody>
          <a:bodyPr/>
          <a:lstStyle/>
          <a:p>
            <a:pPr algn="ctr"/>
            <a:r>
              <a:rPr lang="en-US" dirty="0"/>
              <a:t>Literature Survey</a:t>
            </a:r>
            <a:endParaRPr lang="en-IN" dirty="0"/>
          </a:p>
        </p:txBody>
      </p:sp>
    </p:spTree>
    <p:extLst>
      <p:ext uri="{BB962C8B-B14F-4D97-AF65-F5344CB8AC3E}">
        <p14:creationId xmlns:p14="http://schemas.microsoft.com/office/powerpoint/2010/main" val="2030077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4B061F4-D599-EBC8-862C-11FE7D00739C}"/>
              </a:ext>
            </a:extLst>
          </p:cNvPr>
          <p:cNvPicPr>
            <a:picLocks noGrp="1" noChangeAspect="1"/>
          </p:cNvPicPr>
          <p:nvPr>
            <p:ph idx="1"/>
          </p:nvPr>
        </p:nvPicPr>
        <p:blipFill>
          <a:blip r:embed="rId2"/>
          <a:stretch>
            <a:fillRect/>
          </a:stretch>
        </p:blipFill>
        <p:spPr>
          <a:xfrm>
            <a:off x="1441495" y="1825625"/>
            <a:ext cx="9309009" cy="4351338"/>
          </a:xfrm>
          <a:prstGeom prst="rect">
            <a:avLst/>
          </a:prstGeom>
        </p:spPr>
      </p:pic>
      <p:sp>
        <p:nvSpPr>
          <p:cNvPr id="4" name="Title 1">
            <a:extLst>
              <a:ext uri="{FF2B5EF4-FFF2-40B4-BE49-F238E27FC236}">
                <a16:creationId xmlns:a16="http://schemas.microsoft.com/office/drawing/2014/main" id="{38770A53-BE27-8D40-F1B5-E16D8571D74E}"/>
              </a:ext>
            </a:extLst>
          </p:cNvPr>
          <p:cNvSpPr>
            <a:spLocks noGrp="1"/>
          </p:cNvSpPr>
          <p:nvPr>
            <p:ph type="title"/>
          </p:nvPr>
        </p:nvSpPr>
        <p:spPr>
          <a:xfrm>
            <a:off x="838200" y="365125"/>
            <a:ext cx="10515600" cy="1325563"/>
          </a:xfrm>
        </p:spPr>
        <p:txBody>
          <a:bodyPr/>
          <a:lstStyle/>
          <a:p>
            <a:pPr algn="ctr"/>
            <a:r>
              <a:rPr lang="en-US" dirty="0"/>
              <a:t>Literature Survey</a:t>
            </a:r>
            <a:endParaRPr lang="en-IN" dirty="0"/>
          </a:p>
        </p:txBody>
      </p:sp>
    </p:spTree>
    <p:extLst>
      <p:ext uri="{BB962C8B-B14F-4D97-AF65-F5344CB8AC3E}">
        <p14:creationId xmlns:p14="http://schemas.microsoft.com/office/powerpoint/2010/main" val="1777430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2C97847-E43C-6057-6E26-CB137243CD32}"/>
              </a:ext>
            </a:extLst>
          </p:cNvPr>
          <p:cNvPicPr>
            <a:picLocks noGrp="1" noChangeAspect="1"/>
          </p:cNvPicPr>
          <p:nvPr>
            <p:ph idx="1"/>
          </p:nvPr>
        </p:nvPicPr>
        <p:blipFill>
          <a:blip r:embed="rId2"/>
          <a:stretch>
            <a:fillRect/>
          </a:stretch>
        </p:blipFill>
        <p:spPr>
          <a:xfrm>
            <a:off x="1123256" y="2086502"/>
            <a:ext cx="9945488" cy="3829584"/>
          </a:xfrm>
          <a:prstGeom prst="rect">
            <a:avLst/>
          </a:prstGeom>
        </p:spPr>
      </p:pic>
      <p:sp>
        <p:nvSpPr>
          <p:cNvPr id="4" name="Title 1">
            <a:extLst>
              <a:ext uri="{FF2B5EF4-FFF2-40B4-BE49-F238E27FC236}">
                <a16:creationId xmlns:a16="http://schemas.microsoft.com/office/drawing/2014/main" id="{2266B463-A5E2-11CC-0325-1D0F7AA79493}"/>
              </a:ext>
            </a:extLst>
          </p:cNvPr>
          <p:cNvSpPr>
            <a:spLocks noGrp="1"/>
          </p:cNvSpPr>
          <p:nvPr>
            <p:ph type="title"/>
          </p:nvPr>
        </p:nvSpPr>
        <p:spPr>
          <a:xfrm>
            <a:off x="838200" y="365125"/>
            <a:ext cx="10515600" cy="1325563"/>
          </a:xfrm>
        </p:spPr>
        <p:txBody>
          <a:bodyPr/>
          <a:lstStyle/>
          <a:p>
            <a:pPr algn="ctr"/>
            <a:r>
              <a:rPr lang="en-US" dirty="0"/>
              <a:t>Literature Survey</a:t>
            </a:r>
            <a:endParaRPr lang="en-IN" dirty="0"/>
          </a:p>
        </p:txBody>
      </p:sp>
    </p:spTree>
    <p:extLst>
      <p:ext uri="{BB962C8B-B14F-4D97-AF65-F5344CB8AC3E}">
        <p14:creationId xmlns:p14="http://schemas.microsoft.com/office/powerpoint/2010/main" val="3658519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6BED373-2BB4-04EB-676E-F60D92394461}"/>
              </a:ext>
            </a:extLst>
          </p:cNvPr>
          <p:cNvPicPr>
            <a:picLocks noGrp="1" noChangeAspect="1"/>
          </p:cNvPicPr>
          <p:nvPr>
            <p:ph idx="1"/>
          </p:nvPr>
        </p:nvPicPr>
        <p:blipFill>
          <a:blip r:embed="rId2"/>
          <a:stretch>
            <a:fillRect/>
          </a:stretch>
        </p:blipFill>
        <p:spPr>
          <a:xfrm>
            <a:off x="1132782" y="2086502"/>
            <a:ext cx="9926435" cy="3829584"/>
          </a:xfrm>
          <a:prstGeom prst="rect">
            <a:avLst/>
          </a:prstGeom>
        </p:spPr>
      </p:pic>
      <p:sp>
        <p:nvSpPr>
          <p:cNvPr id="4" name="Title 1">
            <a:extLst>
              <a:ext uri="{FF2B5EF4-FFF2-40B4-BE49-F238E27FC236}">
                <a16:creationId xmlns:a16="http://schemas.microsoft.com/office/drawing/2014/main" id="{8A7D5A63-55A9-EB97-B40F-BEDFE9571C2A}"/>
              </a:ext>
            </a:extLst>
          </p:cNvPr>
          <p:cNvSpPr>
            <a:spLocks noGrp="1"/>
          </p:cNvSpPr>
          <p:nvPr>
            <p:ph type="title"/>
          </p:nvPr>
        </p:nvSpPr>
        <p:spPr>
          <a:xfrm>
            <a:off x="838200" y="365125"/>
            <a:ext cx="10515600" cy="1325563"/>
          </a:xfrm>
        </p:spPr>
        <p:txBody>
          <a:bodyPr/>
          <a:lstStyle/>
          <a:p>
            <a:pPr algn="ctr"/>
            <a:r>
              <a:rPr lang="en-US" dirty="0"/>
              <a:t>Literature Survey</a:t>
            </a:r>
            <a:endParaRPr lang="en-IN" dirty="0"/>
          </a:p>
        </p:txBody>
      </p:sp>
    </p:spTree>
    <p:extLst>
      <p:ext uri="{BB962C8B-B14F-4D97-AF65-F5344CB8AC3E}">
        <p14:creationId xmlns:p14="http://schemas.microsoft.com/office/powerpoint/2010/main" val="1912741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C5D21C9-9336-563C-F472-029D765A3A0B}"/>
              </a:ext>
            </a:extLst>
          </p:cNvPr>
          <p:cNvPicPr>
            <a:picLocks noGrp="1" noChangeAspect="1"/>
          </p:cNvPicPr>
          <p:nvPr>
            <p:ph idx="1"/>
          </p:nvPr>
        </p:nvPicPr>
        <p:blipFill>
          <a:blip r:embed="rId2"/>
          <a:stretch>
            <a:fillRect/>
          </a:stretch>
        </p:blipFill>
        <p:spPr>
          <a:xfrm>
            <a:off x="1123256" y="2086502"/>
            <a:ext cx="9945488" cy="3829584"/>
          </a:xfrm>
          <a:prstGeom prst="rect">
            <a:avLst/>
          </a:prstGeom>
        </p:spPr>
      </p:pic>
      <p:sp>
        <p:nvSpPr>
          <p:cNvPr id="4" name="Title 1">
            <a:extLst>
              <a:ext uri="{FF2B5EF4-FFF2-40B4-BE49-F238E27FC236}">
                <a16:creationId xmlns:a16="http://schemas.microsoft.com/office/drawing/2014/main" id="{245022B2-675E-84FE-394B-0DB7349CB3A2}"/>
              </a:ext>
            </a:extLst>
          </p:cNvPr>
          <p:cNvSpPr>
            <a:spLocks noGrp="1"/>
          </p:cNvSpPr>
          <p:nvPr>
            <p:ph type="title"/>
          </p:nvPr>
        </p:nvSpPr>
        <p:spPr>
          <a:xfrm>
            <a:off x="838200" y="365125"/>
            <a:ext cx="10515600" cy="1325563"/>
          </a:xfrm>
        </p:spPr>
        <p:txBody>
          <a:bodyPr/>
          <a:lstStyle/>
          <a:p>
            <a:pPr algn="ctr"/>
            <a:r>
              <a:rPr lang="en-US" dirty="0"/>
              <a:t>Literature Survey</a:t>
            </a:r>
            <a:endParaRPr lang="en-IN" dirty="0"/>
          </a:p>
        </p:txBody>
      </p:sp>
    </p:spTree>
    <p:extLst>
      <p:ext uri="{BB962C8B-B14F-4D97-AF65-F5344CB8AC3E}">
        <p14:creationId xmlns:p14="http://schemas.microsoft.com/office/powerpoint/2010/main" val="4265537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D5CCA6E-BDBD-065D-731B-52958B9626CE}"/>
              </a:ext>
            </a:extLst>
          </p:cNvPr>
          <p:cNvPicPr>
            <a:picLocks noGrp="1" noChangeAspect="1"/>
          </p:cNvPicPr>
          <p:nvPr>
            <p:ph idx="1"/>
          </p:nvPr>
        </p:nvPicPr>
        <p:blipFill>
          <a:blip r:embed="rId2"/>
          <a:stretch>
            <a:fillRect/>
          </a:stretch>
        </p:blipFill>
        <p:spPr>
          <a:xfrm>
            <a:off x="1893736" y="1825625"/>
            <a:ext cx="8404528" cy="4351338"/>
          </a:xfrm>
          <a:prstGeom prst="rect">
            <a:avLst/>
          </a:prstGeom>
        </p:spPr>
      </p:pic>
      <p:sp>
        <p:nvSpPr>
          <p:cNvPr id="4" name="Title 1">
            <a:extLst>
              <a:ext uri="{FF2B5EF4-FFF2-40B4-BE49-F238E27FC236}">
                <a16:creationId xmlns:a16="http://schemas.microsoft.com/office/drawing/2014/main" id="{B24D9504-4784-3D5F-0620-FABB23185866}"/>
              </a:ext>
            </a:extLst>
          </p:cNvPr>
          <p:cNvSpPr>
            <a:spLocks noGrp="1"/>
          </p:cNvSpPr>
          <p:nvPr>
            <p:ph type="title"/>
          </p:nvPr>
        </p:nvSpPr>
        <p:spPr>
          <a:xfrm>
            <a:off x="838200" y="365125"/>
            <a:ext cx="10515600" cy="1325563"/>
          </a:xfrm>
        </p:spPr>
        <p:txBody>
          <a:bodyPr/>
          <a:lstStyle/>
          <a:p>
            <a:pPr algn="ctr"/>
            <a:r>
              <a:rPr lang="en-US" dirty="0"/>
              <a:t>Literature Survey</a:t>
            </a:r>
            <a:endParaRPr lang="en-IN" dirty="0"/>
          </a:p>
        </p:txBody>
      </p:sp>
    </p:spTree>
    <p:extLst>
      <p:ext uri="{BB962C8B-B14F-4D97-AF65-F5344CB8AC3E}">
        <p14:creationId xmlns:p14="http://schemas.microsoft.com/office/powerpoint/2010/main" val="2196634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5CED2D9-368A-D1A9-7BD3-1173135F2C52}"/>
              </a:ext>
            </a:extLst>
          </p:cNvPr>
          <p:cNvPicPr>
            <a:picLocks noGrp="1" noChangeAspect="1"/>
          </p:cNvPicPr>
          <p:nvPr>
            <p:ph idx="1"/>
          </p:nvPr>
        </p:nvPicPr>
        <p:blipFill>
          <a:blip r:embed="rId2"/>
          <a:stretch>
            <a:fillRect/>
          </a:stretch>
        </p:blipFill>
        <p:spPr>
          <a:xfrm>
            <a:off x="2167709" y="1825625"/>
            <a:ext cx="7856582" cy="4351338"/>
          </a:xfrm>
          <a:prstGeom prst="rect">
            <a:avLst/>
          </a:prstGeom>
        </p:spPr>
      </p:pic>
      <p:sp>
        <p:nvSpPr>
          <p:cNvPr id="4" name="Title 1">
            <a:extLst>
              <a:ext uri="{FF2B5EF4-FFF2-40B4-BE49-F238E27FC236}">
                <a16:creationId xmlns:a16="http://schemas.microsoft.com/office/drawing/2014/main" id="{77B2A243-8610-3F65-B482-2EDED8DC8149}"/>
              </a:ext>
            </a:extLst>
          </p:cNvPr>
          <p:cNvSpPr>
            <a:spLocks noGrp="1"/>
          </p:cNvSpPr>
          <p:nvPr>
            <p:ph type="title"/>
          </p:nvPr>
        </p:nvSpPr>
        <p:spPr>
          <a:xfrm>
            <a:off x="838200" y="365125"/>
            <a:ext cx="10515600" cy="1325563"/>
          </a:xfrm>
        </p:spPr>
        <p:txBody>
          <a:bodyPr/>
          <a:lstStyle/>
          <a:p>
            <a:pPr algn="ctr"/>
            <a:r>
              <a:rPr lang="en-US" dirty="0"/>
              <a:t>Literature Survey</a:t>
            </a:r>
            <a:endParaRPr lang="en-IN" dirty="0"/>
          </a:p>
        </p:txBody>
      </p:sp>
    </p:spTree>
    <p:extLst>
      <p:ext uri="{BB962C8B-B14F-4D97-AF65-F5344CB8AC3E}">
        <p14:creationId xmlns:p14="http://schemas.microsoft.com/office/powerpoint/2010/main" val="4010769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52C159E-1404-6FE6-5107-52BB6EB86798}"/>
              </a:ext>
            </a:extLst>
          </p:cNvPr>
          <p:cNvPicPr>
            <a:picLocks noGrp="1" noChangeAspect="1"/>
          </p:cNvPicPr>
          <p:nvPr>
            <p:ph idx="1"/>
          </p:nvPr>
        </p:nvPicPr>
        <p:blipFill>
          <a:blip r:embed="rId2"/>
          <a:stretch>
            <a:fillRect/>
          </a:stretch>
        </p:blipFill>
        <p:spPr>
          <a:xfrm>
            <a:off x="2166976" y="1825625"/>
            <a:ext cx="7858048" cy="4351338"/>
          </a:xfrm>
          <a:prstGeom prst="rect">
            <a:avLst/>
          </a:prstGeom>
        </p:spPr>
      </p:pic>
      <p:sp>
        <p:nvSpPr>
          <p:cNvPr id="4" name="Title 1">
            <a:extLst>
              <a:ext uri="{FF2B5EF4-FFF2-40B4-BE49-F238E27FC236}">
                <a16:creationId xmlns:a16="http://schemas.microsoft.com/office/drawing/2014/main" id="{E03DE0DC-E539-D9C5-C9DC-C0BA49828010}"/>
              </a:ext>
            </a:extLst>
          </p:cNvPr>
          <p:cNvSpPr>
            <a:spLocks noGrp="1"/>
          </p:cNvSpPr>
          <p:nvPr>
            <p:ph type="title"/>
          </p:nvPr>
        </p:nvSpPr>
        <p:spPr>
          <a:xfrm>
            <a:off x="838200" y="365125"/>
            <a:ext cx="10515600" cy="1325563"/>
          </a:xfrm>
        </p:spPr>
        <p:txBody>
          <a:bodyPr/>
          <a:lstStyle/>
          <a:p>
            <a:pPr algn="ctr"/>
            <a:r>
              <a:rPr lang="en-US" dirty="0"/>
              <a:t>Literature Survey</a:t>
            </a:r>
            <a:endParaRPr lang="en-IN" dirty="0"/>
          </a:p>
        </p:txBody>
      </p:sp>
    </p:spTree>
    <p:extLst>
      <p:ext uri="{BB962C8B-B14F-4D97-AF65-F5344CB8AC3E}">
        <p14:creationId xmlns:p14="http://schemas.microsoft.com/office/powerpoint/2010/main" val="4040467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F2748CF-74B7-6C31-1F6C-48B9279D1CFA}"/>
              </a:ext>
            </a:extLst>
          </p:cNvPr>
          <p:cNvSpPr>
            <a:spLocks noGrp="1"/>
          </p:cNvSpPr>
          <p:nvPr>
            <p:ph type="title"/>
          </p:nvPr>
        </p:nvSpPr>
        <p:spPr>
          <a:xfrm>
            <a:off x="838200" y="365125"/>
            <a:ext cx="10515600" cy="1325563"/>
          </a:xfrm>
        </p:spPr>
        <p:txBody>
          <a:bodyPr/>
          <a:lstStyle/>
          <a:p>
            <a:pPr algn="ctr"/>
            <a:r>
              <a:rPr lang="en-US" dirty="0"/>
              <a:t>Literature Survey</a:t>
            </a:r>
            <a:endParaRPr lang="en-IN" dirty="0"/>
          </a:p>
        </p:txBody>
      </p:sp>
      <p:pic>
        <p:nvPicPr>
          <p:cNvPr id="5" name="Content Placeholder 4">
            <a:extLst>
              <a:ext uri="{FF2B5EF4-FFF2-40B4-BE49-F238E27FC236}">
                <a16:creationId xmlns:a16="http://schemas.microsoft.com/office/drawing/2014/main" id="{40488EBD-DE38-44E4-2A88-87FB87671F84}"/>
              </a:ext>
            </a:extLst>
          </p:cNvPr>
          <p:cNvPicPr>
            <a:picLocks noGrp="1" noChangeAspect="1"/>
          </p:cNvPicPr>
          <p:nvPr>
            <p:ph idx="1"/>
          </p:nvPr>
        </p:nvPicPr>
        <p:blipFill>
          <a:blip r:embed="rId2"/>
          <a:stretch>
            <a:fillRect/>
          </a:stretch>
        </p:blipFill>
        <p:spPr>
          <a:xfrm>
            <a:off x="2149525" y="1825625"/>
            <a:ext cx="7892949" cy="4351338"/>
          </a:xfrm>
          <a:prstGeom prst="rect">
            <a:avLst/>
          </a:prstGeom>
        </p:spPr>
      </p:pic>
    </p:spTree>
    <p:extLst>
      <p:ext uri="{BB962C8B-B14F-4D97-AF65-F5344CB8AC3E}">
        <p14:creationId xmlns:p14="http://schemas.microsoft.com/office/powerpoint/2010/main" val="21995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B0EA2-ABA8-3C72-A722-24B5F05DE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23818-315D-A2A4-186C-8235C54B3B0F}"/>
              </a:ext>
            </a:extLst>
          </p:cNvPr>
          <p:cNvSpPr>
            <a:spLocks noGrp="1"/>
          </p:cNvSpPr>
          <p:nvPr>
            <p:ph type="title"/>
          </p:nvPr>
        </p:nvSpPr>
        <p:spPr/>
        <p:txBody>
          <a:bodyPr/>
          <a:lstStyle/>
          <a:p>
            <a:pPr algn="ctr"/>
            <a:r>
              <a:rPr lang="en-US" dirty="0"/>
              <a:t>Research Gaps</a:t>
            </a:r>
            <a:endParaRPr lang="en-IN" dirty="0"/>
          </a:p>
        </p:txBody>
      </p:sp>
      <p:sp>
        <p:nvSpPr>
          <p:cNvPr id="7" name="Content Placeholder 6">
            <a:extLst>
              <a:ext uri="{FF2B5EF4-FFF2-40B4-BE49-F238E27FC236}">
                <a16:creationId xmlns:a16="http://schemas.microsoft.com/office/drawing/2014/main" id="{A32EA14C-6944-B984-08F8-92CDE0E0D285}"/>
              </a:ext>
            </a:extLst>
          </p:cNvPr>
          <p:cNvSpPr>
            <a:spLocks noGrp="1"/>
          </p:cNvSpPr>
          <p:nvPr>
            <p:ph idx="1"/>
          </p:nvPr>
        </p:nvSpPr>
        <p:spPr/>
        <p:txBody>
          <a:bodyPr>
            <a:normAutofit/>
          </a:bodyPr>
          <a:lstStyle/>
          <a:p>
            <a:r>
              <a:rPr lang="en-GB" sz="2000" dirty="0">
                <a:latin typeface="+mj-lt"/>
              </a:rPr>
              <a:t>Existing XAI methods (LIME, SHAP, surrogate models) focus mainly on </a:t>
            </a:r>
            <a:r>
              <a:rPr lang="en-GB" sz="2000" b="1" dirty="0">
                <a:latin typeface="+mj-lt"/>
              </a:rPr>
              <a:t>post-hoc explanations</a:t>
            </a:r>
            <a:r>
              <a:rPr lang="en-GB" sz="2000" dirty="0">
                <a:latin typeface="+mj-lt"/>
              </a:rPr>
              <a:t> and do not guarantee the </a:t>
            </a:r>
            <a:r>
              <a:rPr lang="en-GB" sz="2000" b="1" dirty="0">
                <a:latin typeface="+mj-lt"/>
              </a:rPr>
              <a:t>correctness or faithfulness</a:t>
            </a:r>
            <a:r>
              <a:rPr lang="en-GB" sz="2000" dirty="0">
                <a:latin typeface="+mj-lt"/>
              </a:rPr>
              <a:t> of explanations to the actual model </a:t>
            </a:r>
            <a:r>
              <a:rPr lang="en-GB" sz="2000" dirty="0" err="1">
                <a:latin typeface="+mj-lt"/>
              </a:rPr>
              <a:t>behavior</a:t>
            </a:r>
            <a:r>
              <a:rPr lang="en-GB" sz="2000" dirty="0">
                <a:latin typeface="+mj-lt"/>
              </a:rPr>
              <a:t>.</a:t>
            </a:r>
          </a:p>
          <a:p>
            <a:r>
              <a:rPr lang="en-GB" sz="2000" dirty="0">
                <a:latin typeface="+mj-lt"/>
              </a:rPr>
              <a:t>Most studies emphasize </a:t>
            </a:r>
            <a:r>
              <a:rPr lang="en-GB" sz="2000" b="1" dirty="0">
                <a:latin typeface="+mj-lt"/>
              </a:rPr>
              <a:t>interpretability and visualization</a:t>
            </a:r>
            <a:r>
              <a:rPr lang="en-GB" sz="2000" dirty="0">
                <a:latin typeface="+mj-lt"/>
              </a:rPr>
              <a:t>, but lack mechanisms to </a:t>
            </a:r>
            <a:r>
              <a:rPr lang="en-GB" sz="2000" b="1" dirty="0">
                <a:latin typeface="+mj-lt"/>
              </a:rPr>
              <a:t>formally validate or verify</a:t>
            </a:r>
            <a:r>
              <a:rPr lang="en-GB" sz="2000" dirty="0">
                <a:latin typeface="+mj-lt"/>
              </a:rPr>
              <a:t> the reliability of explanations in high-stakes healthcare decisions.</a:t>
            </a:r>
          </a:p>
          <a:p>
            <a:r>
              <a:rPr lang="en-GB" sz="2000" dirty="0">
                <a:latin typeface="+mj-lt"/>
              </a:rPr>
              <a:t>Limited research integrates </a:t>
            </a:r>
            <a:r>
              <a:rPr lang="en-GB" sz="2000" b="1" dirty="0">
                <a:latin typeface="+mj-lt"/>
              </a:rPr>
              <a:t>explainability with correctness assurance</a:t>
            </a:r>
            <a:r>
              <a:rPr lang="en-GB" sz="2000" dirty="0">
                <a:latin typeface="+mj-lt"/>
              </a:rPr>
              <a:t>, especially for </a:t>
            </a:r>
            <a:r>
              <a:rPr lang="en-GB" sz="2000" b="1" dirty="0">
                <a:latin typeface="+mj-lt"/>
              </a:rPr>
              <a:t>black-box machine learning models</a:t>
            </a:r>
            <a:r>
              <a:rPr lang="en-GB" sz="2000" dirty="0">
                <a:latin typeface="+mj-lt"/>
              </a:rPr>
              <a:t> used in clinical decision support systems.</a:t>
            </a:r>
          </a:p>
          <a:p>
            <a:r>
              <a:rPr lang="en-GB" sz="2000" dirty="0">
                <a:latin typeface="+mj-lt"/>
              </a:rPr>
              <a:t>Trade-offs between </a:t>
            </a:r>
            <a:r>
              <a:rPr lang="en-GB" sz="2000" b="1" dirty="0">
                <a:latin typeface="+mj-lt"/>
              </a:rPr>
              <a:t>accuracy, explainability, and trust</a:t>
            </a:r>
            <a:r>
              <a:rPr lang="en-GB" sz="2000" dirty="0">
                <a:latin typeface="+mj-lt"/>
              </a:rPr>
              <a:t> are not adequately addressed, restricting real-world clinical adoption of XAI systems.</a:t>
            </a:r>
          </a:p>
          <a:p>
            <a:endParaRPr lang="en-IN" dirty="0"/>
          </a:p>
        </p:txBody>
      </p:sp>
    </p:spTree>
    <p:extLst>
      <p:ext uri="{BB962C8B-B14F-4D97-AF65-F5344CB8AC3E}">
        <p14:creationId xmlns:p14="http://schemas.microsoft.com/office/powerpoint/2010/main" val="2659458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D7235-DEBC-A777-06BD-3354F50C6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71279-50F5-EA0E-1A71-055FB43B02F4}"/>
              </a:ext>
            </a:extLst>
          </p:cNvPr>
          <p:cNvSpPr>
            <a:spLocks noGrp="1"/>
          </p:cNvSpPr>
          <p:nvPr>
            <p:ph type="title"/>
          </p:nvPr>
        </p:nvSpPr>
        <p:spPr/>
        <p:txBody>
          <a:bodyPr/>
          <a:lstStyle/>
          <a:p>
            <a:pPr algn="ctr"/>
            <a:r>
              <a:rPr lang="en-US" dirty="0"/>
              <a:t>Objectives</a:t>
            </a:r>
            <a:endParaRPr lang="en-IN" dirty="0"/>
          </a:p>
        </p:txBody>
      </p:sp>
      <p:sp>
        <p:nvSpPr>
          <p:cNvPr id="3" name="Content Placeholder 2">
            <a:extLst>
              <a:ext uri="{FF2B5EF4-FFF2-40B4-BE49-F238E27FC236}">
                <a16:creationId xmlns:a16="http://schemas.microsoft.com/office/drawing/2014/main" id="{4C1E3AF3-DEDC-D307-4A5C-67442E678932}"/>
              </a:ext>
            </a:extLst>
          </p:cNvPr>
          <p:cNvSpPr>
            <a:spLocks noGrp="1"/>
          </p:cNvSpPr>
          <p:nvPr>
            <p:ph idx="1"/>
          </p:nvPr>
        </p:nvSpPr>
        <p:spPr/>
        <p:txBody>
          <a:bodyPr>
            <a:noAutofit/>
          </a:bodyPr>
          <a:lstStyle/>
          <a:p>
            <a:r>
              <a:rPr lang="en-GB" sz="1800" dirty="0">
                <a:latin typeface="+mj-lt"/>
              </a:rPr>
              <a:t>To study the importance of </a:t>
            </a:r>
            <a:r>
              <a:rPr lang="en-GB" sz="1800" b="1" dirty="0">
                <a:latin typeface="+mj-lt"/>
              </a:rPr>
              <a:t>Explainable Artificial Intelligence (XAI)</a:t>
            </a:r>
            <a:r>
              <a:rPr lang="en-GB" sz="1800" dirty="0">
                <a:latin typeface="+mj-lt"/>
              </a:rPr>
              <a:t> in healthcare decision-making systems.</a:t>
            </a:r>
          </a:p>
          <a:p>
            <a:r>
              <a:rPr lang="en-GB" sz="1800" dirty="0">
                <a:latin typeface="+mj-lt"/>
              </a:rPr>
              <a:t>To </a:t>
            </a:r>
            <a:r>
              <a:rPr lang="en-GB" sz="1800" dirty="0" err="1">
                <a:latin typeface="+mj-lt"/>
              </a:rPr>
              <a:t>analyze</a:t>
            </a:r>
            <a:r>
              <a:rPr lang="en-GB" sz="1800" dirty="0">
                <a:latin typeface="+mj-lt"/>
              </a:rPr>
              <a:t> the limitations of </a:t>
            </a:r>
            <a:r>
              <a:rPr lang="en-GB" sz="1800" b="1" dirty="0">
                <a:latin typeface="+mj-lt"/>
              </a:rPr>
              <a:t>black-box machine learning models</a:t>
            </a:r>
            <a:r>
              <a:rPr lang="en-GB" sz="1800" dirty="0">
                <a:latin typeface="+mj-lt"/>
              </a:rPr>
              <a:t> in safety-critical medical applications.</a:t>
            </a:r>
          </a:p>
          <a:p>
            <a:r>
              <a:rPr lang="en-GB" sz="1800" dirty="0">
                <a:latin typeface="+mj-lt"/>
              </a:rPr>
              <a:t>To implement </a:t>
            </a:r>
            <a:r>
              <a:rPr lang="en-GB" sz="1800" b="1" dirty="0">
                <a:latin typeface="+mj-lt"/>
              </a:rPr>
              <a:t>machine learning–based prediction models</a:t>
            </a:r>
            <a:r>
              <a:rPr lang="en-GB" sz="1800" dirty="0">
                <a:latin typeface="+mj-lt"/>
              </a:rPr>
              <a:t> for healthcare data.</a:t>
            </a:r>
          </a:p>
          <a:p>
            <a:r>
              <a:rPr lang="en-GB" sz="1800" dirty="0">
                <a:latin typeface="+mj-lt"/>
              </a:rPr>
              <a:t>To apply </a:t>
            </a:r>
            <a:r>
              <a:rPr lang="en-GB" sz="1800" b="1" dirty="0">
                <a:latin typeface="+mj-lt"/>
              </a:rPr>
              <a:t>LIME (Local Interpretable Model-Agnostic Explanations)</a:t>
            </a:r>
            <a:r>
              <a:rPr lang="en-GB" sz="1800" dirty="0">
                <a:latin typeface="+mj-lt"/>
              </a:rPr>
              <a:t> to generate </a:t>
            </a:r>
            <a:r>
              <a:rPr lang="en-GB" sz="1800" b="1" dirty="0">
                <a:latin typeface="+mj-lt"/>
              </a:rPr>
              <a:t>local explanations</a:t>
            </a:r>
            <a:r>
              <a:rPr lang="en-GB" sz="1800" dirty="0">
                <a:latin typeface="+mj-lt"/>
              </a:rPr>
              <a:t> for individual predictions.</a:t>
            </a:r>
          </a:p>
          <a:p>
            <a:r>
              <a:rPr lang="en-GB" sz="1800" dirty="0">
                <a:latin typeface="+mj-lt"/>
              </a:rPr>
              <a:t>To apply </a:t>
            </a:r>
            <a:r>
              <a:rPr lang="en-GB" sz="1800" b="1" dirty="0">
                <a:latin typeface="+mj-lt"/>
              </a:rPr>
              <a:t>SHAP (Shapley Additive Explanations)</a:t>
            </a:r>
            <a:r>
              <a:rPr lang="en-GB" sz="1800" dirty="0">
                <a:latin typeface="+mj-lt"/>
              </a:rPr>
              <a:t> to generate </a:t>
            </a:r>
            <a:r>
              <a:rPr lang="en-GB" sz="1800" b="1" dirty="0">
                <a:latin typeface="+mj-lt"/>
              </a:rPr>
              <a:t>global and consistent feature importance explanations</a:t>
            </a:r>
            <a:r>
              <a:rPr lang="en-GB" sz="1800" dirty="0">
                <a:latin typeface="+mj-lt"/>
              </a:rPr>
              <a:t>.</a:t>
            </a:r>
          </a:p>
          <a:p>
            <a:r>
              <a:rPr lang="en-GB" sz="1800" dirty="0">
                <a:latin typeface="+mj-lt"/>
              </a:rPr>
              <a:t>To </a:t>
            </a:r>
            <a:r>
              <a:rPr lang="en-GB" sz="1800" b="1" dirty="0">
                <a:latin typeface="+mj-lt"/>
              </a:rPr>
              <a:t>compare LIME and SHAP</a:t>
            </a:r>
            <a:r>
              <a:rPr lang="en-GB" sz="1800" dirty="0">
                <a:latin typeface="+mj-lt"/>
              </a:rPr>
              <a:t> in terms of interpretability, stability, and clinical usefulness.</a:t>
            </a:r>
          </a:p>
          <a:p>
            <a:r>
              <a:rPr lang="en-GB" sz="1800" dirty="0">
                <a:latin typeface="+mj-lt"/>
              </a:rPr>
              <a:t>To improve </a:t>
            </a:r>
            <a:r>
              <a:rPr lang="en-GB" sz="1800" b="1" dirty="0">
                <a:latin typeface="+mj-lt"/>
              </a:rPr>
              <a:t>model transparency, trust, and interpretability</a:t>
            </a:r>
            <a:r>
              <a:rPr lang="en-GB" sz="1800" dirty="0">
                <a:latin typeface="+mj-lt"/>
              </a:rPr>
              <a:t> without significantly sacrificing prediction accuracy.</a:t>
            </a:r>
          </a:p>
          <a:p>
            <a:r>
              <a:rPr lang="en-GB" sz="1800" dirty="0">
                <a:latin typeface="+mj-lt"/>
              </a:rPr>
              <a:t>To demonstrate how explainable models can </a:t>
            </a:r>
            <a:r>
              <a:rPr lang="en-GB" sz="1800" b="1" dirty="0">
                <a:latin typeface="+mj-lt"/>
              </a:rPr>
              <a:t>support clinicians</a:t>
            </a:r>
            <a:r>
              <a:rPr lang="en-GB" sz="1800" dirty="0">
                <a:latin typeface="+mj-lt"/>
              </a:rPr>
              <a:t> in understanding and validating AI-driven decisions.</a:t>
            </a:r>
            <a:endParaRPr lang="en-IN" sz="1800" dirty="0">
              <a:latin typeface="+mj-lt"/>
            </a:endParaRPr>
          </a:p>
        </p:txBody>
      </p:sp>
    </p:spTree>
    <p:extLst>
      <p:ext uri="{BB962C8B-B14F-4D97-AF65-F5344CB8AC3E}">
        <p14:creationId xmlns:p14="http://schemas.microsoft.com/office/powerpoint/2010/main" val="877531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672E-C531-8B4D-9E78-BC44747FF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767C7-B612-5B2C-ED1A-81579E7B3B33}"/>
              </a:ext>
            </a:extLst>
          </p:cNvPr>
          <p:cNvSpPr>
            <a:spLocks noGrp="1"/>
          </p:cNvSpPr>
          <p:nvPr>
            <p:ph type="title"/>
          </p:nvPr>
        </p:nvSpPr>
        <p:spPr/>
        <p:txBody>
          <a:bodyPr/>
          <a:lstStyle/>
          <a:p>
            <a:pPr lvl="0" algn="ctr" fontAlgn="base"/>
            <a:r>
              <a:rPr lang="en-IN" dirty="0"/>
              <a:t>Justification of Project SDG</a:t>
            </a:r>
          </a:p>
        </p:txBody>
      </p:sp>
      <p:sp>
        <p:nvSpPr>
          <p:cNvPr id="3" name="Content Placeholder 2">
            <a:extLst>
              <a:ext uri="{FF2B5EF4-FFF2-40B4-BE49-F238E27FC236}">
                <a16:creationId xmlns:a16="http://schemas.microsoft.com/office/drawing/2014/main" id="{362E39DE-7195-2F88-2B1C-D88F0B51D6CE}"/>
              </a:ext>
            </a:extLst>
          </p:cNvPr>
          <p:cNvSpPr>
            <a:spLocks noGrp="1"/>
          </p:cNvSpPr>
          <p:nvPr>
            <p:ph idx="1"/>
          </p:nvPr>
        </p:nvSpPr>
        <p:spPr/>
        <p:txBody>
          <a:bodyPr>
            <a:normAutofit/>
          </a:bodyPr>
          <a:lstStyle/>
          <a:p>
            <a:pPr marL="0" indent="0">
              <a:buNone/>
            </a:pPr>
            <a:r>
              <a:rPr lang="en-GB" sz="2200" b="1" dirty="0">
                <a:latin typeface="+mj-lt"/>
              </a:rPr>
              <a:t>SDG 3: Good Health and Well-Being</a:t>
            </a:r>
          </a:p>
          <a:p>
            <a:r>
              <a:rPr lang="en-GB" sz="2200" dirty="0">
                <a:latin typeface="+mj-lt"/>
              </a:rPr>
              <a:t>The project directly supports </a:t>
            </a:r>
            <a:r>
              <a:rPr lang="en-GB" sz="2200" b="1" dirty="0">
                <a:latin typeface="+mj-lt"/>
              </a:rPr>
              <a:t>SDG 3</a:t>
            </a:r>
            <a:r>
              <a:rPr lang="en-GB" sz="2200" dirty="0">
                <a:latin typeface="+mj-lt"/>
              </a:rPr>
              <a:t>, which aims to ensure healthy lives and promote well-being for all at all ages.</a:t>
            </a:r>
          </a:p>
          <a:p>
            <a:r>
              <a:rPr lang="en-GB" sz="2200" dirty="0">
                <a:latin typeface="+mj-lt"/>
              </a:rPr>
              <a:t>By developing </a:t>
            </a:r>
            <a:r>
              <a:rPr lang="en-GB" sz="2200" b="1" dirty="0">
                <a:latin typeface="+mj-lt"/>
              </a:rPr>
              <a:t>AI-based healthcare prediction models</a:t>
            </a:r>
            <a:r>
              <a:rPr lang="en-GB" sz="2200" dirty="0">
                <a:latin typeface="+mj-lt"/>
              </a:rPr>
              <a:t>, the project contributes to </a:t>
            </a:r>
            <a:r>
              <a:rPr lang="en-GB" sz="2200" b="1" dirty="0">
                <a:latin typeface="+mj-lt"/>
              </a:rPr>
              <a:t>early disease detection and risk assessment</a:t>
            </a:r>
            <a:r>
              <a:rPr lang="en-GB" sz="2200" dirty="0">
                <a:latin typeface="+mj-lt"/>
              </a:rPr>
              <a:t>, enabling timely medical intervention.</a:t>
            </a:r>
          </a:p>
          <a:p>
            <a:r>
              <a:rPr lang="en-GB" sz="2200" dirty="0">
                <a:latin typeface="+mj-lt"/>
              </a:rPr>
              <a:t>The use of </a:t>
            </a:r>
            <a:r>
              <a:rPr lang="en-GB" sz="2200" b="1" dirty="0">
                <a:latin typeface="+mj-lt"/>
              </a:rPr>
              <a:t>Explainable AI (XAI)</a:t>
            </a:r>
            <a:r>
              <a:rPr lang="en-GB" sz="2200" dirty="0">
                <a:latin typeface="+mj-lt"/>
              </a:rPr>
              <a:t> techniques such as </a:t>
            </a:r>
            <a:r>
              <a:rPr lang="en-GB" sz="2200" b="1" dirty="0">
                <a:latin typeface="+mj-lt"/>
              </a:rPr>
              <a:t>LIME and SHAP</a:t>
            </a:r>
            <a:r>
              <a:rPr lang="en-GB" sz="2200" dirty="0">
                <a:latin typeface="+mj-lt"/>
              </a:rPr>
              <a:t> helps clinicians understand model predictions, reducing diagnostic uncertainty.</a:t>
            </a:r>
          </a:p>
          <a:p>
            <a:r>
              <a:rPr lang="en-GB" sz="2200" dirty="0">
                <a:latin typeface="+mj-lt"/>
              </a:rPr>
              <a:t>Improved transparency in AI systems enhances </a:t>
            </a:r>
            <a:r>
              <a:rPr lang="en-GB" sz="2200" b="1" dirty="0">
                <a:latin typeface="+mj-lt"/>
              </a:rPr>
              <a:t>clinical trust</a:t>
            </a:r>
            <a:r>
              <a:rPr lang="en-GB" sz="2200" dirty="0">
                <a:latin typeface="+mj-lt"/>
              </a:rPr>
              <a:t>, leading to safer and more reliable healthcare decision-making.</a:t>
            </a:r>
          </a:p>
          <a:p>
            <a:r>
              <a:rPr lang="en-GB" sz="2200" dirty="0">
                <a:latin typeface="+mj-lt"/>
              </a:rPr>
              <a:t>The project supports improved </a:t>
            </a:r>
            <a:r>
              <a:rPr lang="en-GB" sz="2200" b="1" dirty="0">
                <a:latin typeface="+mj-lt"/>
              </a:rPr>
              <a:t>quality of healthcare services</a:t>
            </a:r>
            <a:r>
              <a:rPr lang="en-GB" sz="2200" dirty="0">
                <a:latin typeface="+mj-lt"/>
              </a:rPr>
              <a:t>, especially in data-driven and AI-assisted diagnosis.</a:t>
            </a:r>
          </a:p>
          <a:p>
            <a:endParaRPr lang="en-IN" dirty="0"/>
          </a:p>
        </p:txBody>
      </p:sp>
    </p:spTree>
    <p:extLst>
      <p:ext uri="{BB962C8B-B14F-4D97-AF65-F5344CB8AC3E}">
        <p14:creationId xmlns:p14="http://schemas.microsoft.com/office/powerpoint/2010/main" val="34035913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1B03E1-01C7-496A-8152-85DF4F3DAE6D}"/>
              </a:ext>
            </a:extLst>
          </p:cNvPr>
          <p:cNvSpPr>
            <a:spLocks noGrp="1"/>
          </p:cNvSpPr>
          <p:nvPr>
            <p:ph idx="1"/>
          </p:nvPr>
        </p:nvSpPr>
        <p:spPr/>
        <p:txBody>
          <a:bodyPr/>
          <a:lstStyle/>
          <a:p>
            <a:pPr marL="0" indent="0">
              <a:buNone/>
            </a:pPr>
            <a:r>
              <a:rPr lang="en-GB" sz="2200" b="1" dirty="0">
                <a:latin typeface="+mj-lt"/>
              </a:rPr>
              <a:t>SDG 9: Industry, Innovation, and Infrastructure</a:t>
            </a:r>
          </a:p>
          <a:p>
            <a:r>
              <a:rPr lang="en-GB" sz="2200" dirty="0">
                <a:latin typeface="+mj-lt"/>
              </a:rPr>
              <a:t>The project promotes </a:t>
            </a:r>
            <a:r>
              <a:rPr lang="en-GB" sz="2200" b="1" dirty="0">
                <a:latin typeface="+mj-lt"/>
              </a:rPr>
              <a:t>innovation in healthcare technology</a:t>
            </a:r>
            <a:r>
              <a:rPr lang="en-GB" sz="2200" dirty="0">
                <a:latin typeface="+mj-lt"/>
              </a:rPr>
              <a:t> by integrating machine learning with explainable AI.</a:t>
            </a:r>
          </a:p>
          <a:p>
            <a:r>
              <a:rPr lang="en-GB" sz="2200" dirty="0">
                <a:latin typeface="+mj-lt"/>
              </a:rPr>
              <a:t>It addresses a key limitation of modern AI systems—</a:t>
            </a:r>
            <a:r>
              <a:rPr lang="en-GB" sz="2200" b="1" dirty="0">
                <a:latin typeface="+mj-lt"/>
              </a:rPr>
              <a:t>black-box </a:t>
            </a:r>
            <a:r>
              <a:rPr lang="en-GB" sz="2200" b="1" dirty="0" err="1">
                <a:latin typeface="+mj-lt"/>
              </a:rPr>
              <a:t>behavior</a:t>
            </a:r>
            <a:r>
              <a:rPr lang="en-GB" sz="2200" dirty="0">
                <a:latin typeface="+mj-lt"/>
              </a:rPr>
              <a:t>—by introducing interpretable and transparent decision-making.</a:t>
            </a:r>
          </a:p>
          <a:p>
            <a:r>
              <a:rPr lang="en-GB" sz="2200" dirty="0">
                <a:latin typeface="+mj-lt"/>
              </a:rPr>
              <a:t>The research contributes to the development of </a:t>
            </a:r>
            <a:r>
              <a:rPr lang="en-GB" sz="2200" b="1" dirty="0">
                <a:latin typeface="+mj-lt"/>
              </a:rPr>
              <a:t>responsible and trustworthy AI infrastructure</a:t>
            </a:r>
            <a:r>
              <a:rPr lang="en-GB" sz="2200" dirty="0">
                <a:latin typeface="+mj-lt"/>
              </a:rPr>
              <a:t> suitable for deployment in real-world healthcare systems.</a:t>
            </a:r>
          </a:p>
          <a:p>
            <a:endParaRPr lang="en-IN" dirty="0"/>
          </a:p>
        </p:txBody>
      </p:sp>
      <p:sp>
        <p:nvSpPr>
          <p:cNvPr id="4" name="Title 1">
            <a:extLst>
              <a:ext uri="{FF2B5EF4-FFF2-40B4-BE49-F238E27FC236}">
                <a16:creationId xmlns:a16="http://schemas.microsoft.com/office/drawing/2014/main" id="{DA1C2475-6D7B-4D70-C9D0-28B9B11368DE}"/>
              </a:ext>
            </a:extLst>
          </p:cNvPr>
          <p:cNvSpPr>
            <a:spLocks noGrp="1"/>
          </p:cNvSpPr>
          <p:nvPr>
            <p:ph type="title"/>
          </p:nvPr>
        </p:nvSpPr>
        <p:spPr>
          <a:xfrm>
            <a:off x="838200" y="365125"/>
            <a:ext cx="10515600" cy="1325563"/>
          </a:xfrm>
        </p:spPr>
        <p:txBody>
          <a:bodyPr/>
          <a:lstStyle/>
          <a:p>
            <a:pPr lvl="0" algn="ctr" fontAlgn="base"/>
            <a:r>
              <a:rPr lang="en-IN" dirty="0"/>
              <a:t>Justification of Project SDG</a:t>
            </a:r>
          </a:p>
        </p:txBody>
      </p:sp>
    </p:spTree>
    <p:extLst>
      <p:ext uri="{BB962C8B-B14F-4D97-AF65-F5344CB8AC3E}">
        <p14:creationId xmlns:p14="http://schemas.microsoft.com/office/powerpoint/2010/main" val="834566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9BF0E-621B-2C7B-FCEC-BD99F54C8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85B29-6DD3-DCB7-4F61-723DEBA6B6C0}"/>
              </a:ext>
            </a:extLst>
          </p:cNvPr>
          <p:cNvSpPr>
            <a:spLocks noGrp="1"/>
          </p:cNvSpPr>
          <p:nvPr>
            <p:ph type="title"/>
          </p:nvPr>
        </p:nvSpPr>
        <p:spPr/>
        <p:txBody>
          <a:bodyPr/>
          <a:lstStyle/>
          <a:p>
            <a:pPr lvl="0" algn="ctr" fontAlgn="base"/>
            <a:r>
              <a:rPr lang="en-IN" dirty="0"/>
              <a:t>Plan of Action (Timeline)</a:t>
            </a:r>
          </a:p>
        </p:txBody>
      </p:sp>
      <p:sp>
        <p:nvSpPr>
          <p:cNvPr id="3" name="Content Placeholder 2">
            <a:extLst>
              <a:ext uri="{FF2B5EF4-FFF2-40B4-BE49-F238E27FC236}">
                <a16:creationId xmlns:a16="http://schemas.microsoft.com/office/drawing/2014/main" id="{D95DC4DB-71AC-3E26-22AD-D09FD72EED4F}"/>
              </a:ext>
            </a:extLst>
          </p:cNvPr>
          <p:cNvSpPr>
            <a:spLocks noGrp="1"/>
          </p:cNvSpPr>
          <p:nvPr>
            <p:ph idx="1"/>
          </p:nvPr>
        </p:nvSpPr>
        <p:spPr/>
        <p:txBody>
          <a:bodyPr>
            <a:normAutofit lnSpcReduction="10000"/>
          </a:bodyPr>
          <a:lstStyle/>
          <a:p>
            <a:pPr marL="0" indent="0">
              <a:buNone/>
            </a:pPr>
            <a:r>
              <a:rPr lang="en-IN" sz="2000" b="1" dirty="0">
                <a:latin typeface="+mj-lt"/>
              </a:rPr>
              <a:t>Phase 1: Problem Identification &amp; Literature Survey</a:t>
            </a:r>
          </a:p>
          <a:p>
            <a:pPr marL="0" indent="0">
              <a:buNone/>
            </a:pPr>
            <a:r>
              <a:rPr lang="en-IN" sz="2000" b="1" dirty="0">
                <a:latin typeface="+mj-lt"/>
              </a:rPr>
              <a:t>Duration:</a:t>
            </a:r>
            <a:r>
              <a:rPr lang="en-IN" sz="2000" dirty="0">
                <a:latin typeface="+mj-lt"/>
              </a:rPr>
              <a:t> Weeks 1–3</a:t>
            </a:r>
          </a:p>
          <a:p>
            <a:r>
              <a:rPr lang="en-IN" sz="2000" dirty="0">
                <a:latin typeface="+mj-lt"/>
              </a:rPr>
              <a:t>Identified the research problem in explainable AI for healthcare decision-making</a:t>
            </a:r>
          </a:p>
          <a:p>
            <a:r>
              <a:rPr lang="en-IN" sz="2000" dirty="0">
                <a:latin typeface="+mj-lt"/>
              </a:rPr>
              <a:t>Studied existing literature on XAI techniques (LIME, SHAP, surrogate models, formal methods)</a:t>
            </a:r>
          </a:p>
          <a:p>
            <a:r>
              <a:rPr lang="en-IN" sz="2000" dirty="0">
                <a:latin typeface="+mj-lt"/>
              </a:rPr>
              <a:t>Analysed limitations of black-box models in medical applications</a:t>
            </a:r>
          </a:p>
          <a:p>
            <a:r>
              <a:rPr lang="en-IN" sz="2000" dirty="0">
                <a:latin typeface="+mj-lt"/>
              </a:rPr>
              <a:t>Selected base paper and finalized research gap</a:t>
            </a:r>
          </a:p>
          <a:p>
            <a:pPr marL="0" indent="0">
              <a:buNone/>
            </a:pPr>
            <a:r>
              <a:rPr lang="en-IN" sz="2200" b="1" dirty="0">
                <a:latin typeface="+mj-lt"/>
              </a:rPr>
              <a:t>Phase 2: Dataset Selection &amp; Understanding</a:t>
            </a:r>
          </a:p>
          <a:p>
            <a:pPr marL="0" indent="0">
              <a:buNone/>
            </a:pPr>
            <a:r>
              <a:rPr lang="en-IN" sz="2200" b="1" dirty="0">
                <a:latin typeface="+mj-lt"/>
              </a:rPr>
              <a:t>Duration:</a:t>
            </a:r>
            <a:r>
              <a:rPr lang="en-IN" sz="2200" dirty="0">
                <a:latin typeface="+mj-lt"/>
              </a:rPr>
              <a:t> Weeks 4–5</a:t>
            </a:r>
          </a:p>
          <a:p>
            <a:r>
              <a:rPr lang="en-IN" sz="2200" dirty="0">
                <a:latin typeface="+mj-lt"/>
              </a:rPr>
              <a:t>Identified suitable healthcare datasets (e.g., cancer diagnostic datasets)</a:t>
            </a:r>
          </a:p>
          <a:p>
            <a:r>
              <a:rPr lang="en-IN" sz="2200" dirty="0">
                <a:latin typeface="+mj-lt"/>
              </a:rPr>
              <a:t>Studied dataset features, class distribution, and preprocessing requirements</a:t>
            </a:r>
          </a:p>
          <a:p>
            <a:r>
              <a:rPr lang="en-IN" sz="2200" dirty="0">
                <a:latin typeface="+mj-lt"/>
              </a:rPr>
              <a:t>Removed irrelevant attributes and handled missing values</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194219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E2909-FC51-4751-43CD-1CAE026FE62C}"/>
              </a:ext>
            </a:extLst>
          </p:cNvPr>
          <p:cNvSpPr>
            <a:spLocks noGrp="1"/>
          </p:cNvSpPr>
          <p:nvPr>
            <p:ph idx="1"/>
          </p:nvPr>
        </p:nvSpPr>
        <p:spPr/>
        <p:txBody>
          <a:bodyPr>
            <a:normAutofit/>
          </a:bodyPr>
          <a:lstStyle/>
          <a:p>
            <a:pPr marL="0" indent="0">
              <a:buNone/>
            </a:pPr>
            <a:r>
              <a:rPr lang="en-GB" sz="2000" b="1" dirty="0">
                <a:latin typeface="+mj-lt"/>
              </a:rPr>
              <a:t>Phase 3: Model Development (Black-box Models)</a:t>
            </a:r>
          </a:p>
          <a:p>
            <a:pPr marL="0" indent="0">
              <a:buNone/>
            </a:pPr>
            <a:r>
              <a:rPr lang="en-GB" sz="2000" b="1" dirty="0">
                <a:latin typeface="+mj-lt"/>
              </a:rPr>
              <a:t>Duration:</a:t>
            </a:r>
            <a:r>
              <a:rPr lang="en-GB" sz="2000" dirty="0">
                <a:latin typeface="+mj-lt"/>
              </a:rPr>
              <a:t> Weeks 6–8</a:t>
            </a:r>
          </a:p>
          <a:p>
            <a:r>
              <a:rPr lang="en-GB" sz="2000" dirty="0">
                <a:latin typeface="+mj-lt"/>
              </a:rPr>
              <a:t>Implemented machine learning / neural network models for prediction</a:t>
            </a:r>
          </a:p>
          <a:p>
            <a:r>
              <a:rPr lang="en-GB" sz="2000" dirty="0">
                <a:latin typeface="+mj-lt"/>
              </a:rPr>
              <a:t>Trained and validated models using cross-validation</a:t>
            </a:r>
          </a:p>
          <a:p>
            <a:r>
              <a:rPr lang="en-GB" sz="2000" dirty="0">
                <a:latin typeface="+mj-lt"/>
              </a:rPr>
              <a:t>Evaluated baseline performance using accuracy, sensitivity, and specificity</a:t>
            </a:r>
          </a:p>
          <a:p>
            <a:pPr marL="0" indent="0">
              <a:buNone/>
            </a:pPr>
            <a:r>
              <a:rPr lang="en-GB" sz="2000" b="1" dirty="0">
                <a:latin typeface="+mj-lt"/>
              </a:rPr>
              <a:t>Phase 4: Explainability Integration (XAI)</a:t>
            </a:r>
          </a:p>
          <a:p>
            <a:pPr marL="0" indent="0">
              <a:buNone/>
            </a:pPr>
            <a:r>
              <a:rPr lang="en-GB" sz="2000" b="1" dirty="0">
                <a:latin typeface="+mj-lt"/>
              </a:rPr>
              <a:t>Duration:</a:t>
            </a:r>
            <a:r>
              <a:rPr lang="en-GB" sz="2000" dirty="0">
                <a:latin typeface="+mj-lt"/>
              </a:rPr>
              <a:t> Weeks 9–10</a:t>
            </a:r>
          </a:p>
          <a:p>
            <a:r>
              <a:rPr lang="en-GB" sz="2000" dirty="0">
                <a:latin typeface="+mj-lt"/>
              </a:rPr>
              <a:t>Applied XAI techniques such as </a:t>
            </a:r>
            <a:r>
              <a:rPr lang="en-GB" sz="2000" b="1" dirty="0">
                <a:latin typeface="+mj-lt"/>
              </a:rPr>
              <a:t>LIME</a:t>
            </a:r>
            <a:r>
              <a:rPr lang="en-GB" sz="2000" dirty="0">
                <a:latin typeface="+mj-lt"/>
              </a:rPr>
              <a:t> and </a:t>
            </a:r>
            <a:r>
              <a:rPr lang="en-GB" sz="2000" b="1" dirty="0">
                <a:latin typeface="+mj-lt"/>
              </a:rPr>
              <a:t>SHAP</a:t>
            </a:r>
            <a:endParaRPr lang="en-GB" sz="2000" dirty="0">
              <a:latin typeface="+mj-lt"/>
            </a:endParaRPr>
          </a:p>
          <a:p>
            <a:r>
              <a:rPr lang="en-GB" sz="2000" dirty="0">
                <a:latin typeface="+mj-lt"/>
              </a:rPr>
              <a:t>Generated local and global explanations for model predictions</a:t>
            </a:r>
          </a:p>
          <a:p>
            <a:r>
              <a:rPr lang="en-GB" sz="2000" dirty="0">
                <a:latin typeface="+mj-lt"/>
              </a:rPr>
              <a:t>Identified important features influencing clinical decisions</a:t>
            </a:r>
          </a:p>
          <a:p>
            <a:endParaRPr lang="en-IN" dirty="0"/>
          </a:p>
        </p:txBody>
      </p:sp>
      <p:sp>
        <p:nvSpPr>
          <p:cNvPr id="4" name="Title 1">
            <a:extLst>
              <a:ext uri="{FF2B5EF4-FFF2-40B4-BE49-F238E27FC236}">
                <a16:creationId xmlns:a16="http://schemas.microsoft.com/office/drawing/2014/main" id="{87BACA91-C9AD-DFF1-F57A-811B36863E9E}"/>
              </a:ext>
            </a:extLst>
          </p:cNvPr>
          <p:cNvSpPr>
            <a:spLocks noGrp="1"/>
          </p:cNvSpPr>
          <p:nvPr>
            <p:ph type="title"/>
          </p:nvPr>
        </p:nvSpPr>
        <p:spPr>
          <a:xfrm>
            <a:off x="838200" y="365125"/>
            <a:ext cx="10515600" cy="1325563"/>
          </a:xfrm>
        </p:spPr>
        <p:txBody>
          <a:bodyPr/>
          <a:lstStyle/>
          <a:p>
            <a:pPr lvl="0" algn="ctr" fontAlgn="base"/>
            <a:r>
              <a:rPr lang="en-IN" dirty="0"/>
              <a:t>Plan of Action (Timeline)</a:t>
            </a:r>
          </a:p>
        </p:txBody>
      </p:sp>
    </p:spTree>
    <p:extLst>
      <p:ext uri="{BB962C8B-B14F-4D97-AF65-F5344CB8AC3E}">
        <p14:creationId xmlns:p14="http://schemas.microsoft.com/office/powerpoint/2010/main" val="18838155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4BC3A1-6E12-A969-291E-C976AB717F46}"/>
              </a:ext>
            </a:extLst>
          </p:cNvPr>
          <p:cNvSpPr>
            <a:spLocks noGrp="1"/>
          </p:cNvSpPr>
          <p:nvPr>
            <p:ph idx="1"/>
          </p:nvPr>
        </p:nvSpPr>
        <p:spPr/>
        <p:txBody>
          <a:bodyPr>
            <a:normAutofit/>
          </a:bodyPr>
          <a:lstStyle/>
          <a:p>
            <a:pPr marL="0" indent="0">
              <a:buNone/>
            </a:pPr>
            <a:r>
              <a:rPr lang="en-GB" sz="2000" b="1" dirty="0">
                <a:latin typeface="+mj-lt"/>
              </a:rPr>
              <a:t>Phase 5: Correctness &amp; Validation (Advanced Analysis)</a:t>
            </a:r>
          </a:p>
          <a:p>
            <a:pPr marL="0" indent="0">
              <a:buNone/>
            </a:pPr>
            <a:r>
              <a:rPr lang="en-GB" sz="2000" b="1" dirty="0">
                <a:latin typeface="+mj-lt"/>
              </a:rPr>
              <a:t>Duration:</a:t>
            </a:r>
            <a:r>
              <a:rPr lang="en-GB" sz="2000" dirty="0">
                <a:latin typeface="+mj-lt"/>
              </a:rPr>
              <a:t> Weeks 11–12</a:t>
            </a:r>
          </a:p>
          <a:p>
            <a:r>
              <a:rPr lang="en-GB" sz="2000" dirty="0">
                <a:latin typeface="+mj-lt"/>
              </a:rPr>
              <a:t>Compared explainability outputs with model behaviour</a:t>
            </a:r>
          </a:p>
          <a:p>
            <a:r>
              <a:rPr lang="en-GB" sz="2000" dirty="0">
                <a:latin typeface="+mj-lt"/>
              </a:rPr>
              <a:t>Validated consistency of explanations</a:t>
            </a:r>
          </a:p>
          <a:p>
            <a:r>
              <a:rPr lang="en-GB" sz="2000" dirty="0">
                <a:latin typeface="+mj-lt"/>
              </a:rPr>
              <a:t>(If applicable) Integrated surrogate models / formal reasoning for decision verification</a:t>
            </a:r>
          </a:p>
          <a:p>
            <a:pPr marL="0" indent="0">
              <a:buNone/>
            </a:pPr>
            <a:r>
              <a:rPr lang="en-GB" sz="2000" b="1" dirty="0">
                <a:latin typeface="+mj-lt"/>
              </a:rPr>
              <a:t>Phase 6: Result Analysis &amp; Evaluation</a:t>
            </a:r>
          </a:p>
          <a:p>
            <a:pPr marL="0" indent="0">
              <a:buNone/>
            </a:pPr>
            <a:r>
              <a:rPr lang="en-GB" sz="2000" b="1" dirty="0">
                <a:latin typeface="+mj-lt"/>
              </a:rPr>
              <a:t>Duration:</a:t>
            </a:r>
            <a:r>
              <a:rPr lang="en-GB" sz="2000" dirty="0">
                <a:latin typeface="+mj-lt"/>
              </a:rPr>
              <a:t> Weeks 13–14</a:t>
            </a:r>
          </a:p>
          <a:p>
            <a:r>
              <a:rPr lang="en-GB" sz="2000" dirty="0">
                <a:latin typeface="+mj-lt"/>
              </a:rPr>
              <a:t>Analysed performance metrics (Accuracy, Sensitivity, Specificity)</a:t>
            </a:r>
          </a:p>
          <a:p>
            <a:r>
              <a:rPr lang="en-GB" sz="2000" dirty="0">
                <a:latin typeface="+mj-lt"/>
              </a:rPr>
              <a:t>Compared results with existing approaches from literature</a:t>
            </a:r>
          </a:p>
          <a:p>
            <a:r>
              <a:rPr lang="en-GB" sz="2000" dirty="0">
                <a:latin typeface="+mj-lt"/>
              </a:rPr>
              <a:t>Studied strengths and limitations of the proposed approach</a:t>
            </a:r>
          </a:p>
          <a:p>
            <a:endParaRPr lang="en-IN" dirty="0"/>
          </a:p>
        </p:txBody>
      </p:sp>
      <p:sp>
        <p:nvSpPr>
          <p:cNvPr id="4" name="Title 1">
            <a:extLst>
              <a:ext uri="{FF2B5EF4-FFF2-40B4-BE49-F238E27FC236}">
                <a16:creationId xmlns:a16="http://schemas.microsoft.com/office/drawing/2014/main" id="{95AFAF2A-6AD4-8FF7-9C65-BD7D469005C6}"/>
              </a:ext>
            </a:extLst>
          </p:cNvPr>
          <p:cNvSpPr>
            <a:spLocks noGrp="1"/>
          </p:cNvSpPr>
          <p:nvPr>
            <p:ph type="title"/>
          </p:nvPr>
        </p:nvSpPr>
        <p:spPr>
          <a:xfrm>
            <a:off x="838200" y="365125"/>
            <a:ext cx="10515600" cy="1325563"/>
          </a:xfrm>
        </p:spPr>
        <p:txBody>
          <a:bodyPr/>
          <a:lstStyle/>
          <a:p>
            <a:pPr lvl="0" algn="ctr" fontAlgn="base"/>
            <a:r>
              <a:rPr lang="en-IN" dirty="0"/>
              <a:t>Plan of Action (Timeline)</a:t>
            </a:r>
          </a:p>
        </p:txBody>
      </p:sp>
    </p:spTree>
    <p:extLst>
      <p:ext uri="{BB962C8B-B14F-4D97-AF65-F5344CB8AC3E}">
        <p14:creationId xmlns:p14="http://schemas.microsoft.com/office/powerpoint/2010/main" val="3471965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FFD97E-75C8-A950-F266-48C0CBD4E57A}"/>
              </a:ext>
            </a:extLst>
          </p:cNvPr>
          <p:cNvSpPr>
            <a:spLocks noGrp="1"/>
          </p:cNvSpPr>
          <p:nvPr>
            <p:ph idx="1"/>
          </p:nvPr>
        </p:nvSpPr>
        <p:spPr/>
        <p:txBody>
          <a:bodyPr/>
          <a:lstStyle/>
          <a:p>
            <a:pPr marL="0" indent="0">
              <a:buNone/>
            </a:pPr>
            <a:r>
              <a:rPr lang="en-GB" sz="2000" b="1" dirty="0">
                <a:latin typeface="+mj-lt"/>
              </a:rPr>
              <a:t>Phase 7: Documentation &amp; Presentation</a:t>
            </a:r>
          </a:p>
          <a:p>
            <a:pPr marL="0" indent="0">
              <a:buNone/>
            </a:pPr>
            <a:r>
              <a:rPr lang="en-GB" sz="2000" b="1" dirty="0">
                <a:latin typeface="+mj-lt"/>
              </a:rPr>
              <a:t>Duration:</a:t>
            </a:r>
            <a:r>
              <a:rPr lang="en-GB" sz="2000" dirty="0">
                <a:latin typeface="+mj-lt"/>
              </a:rPr>
              <a:t> Weeks 15–16</a:t>
            </a:r>
          </a:p>
          <a:p>
            <a:r>
              <a:rPr lang="en-GB" sz="2000" dirty="0">
                <a:latin typeface="+mj-lt"/>
              </a:rPr>
              <a:t>Prepared research paper / report</a:t>
            </a:r>
          </a:p>
          <a:p>
            <a:r>
              <a:rPr lang="en-GB" sz="2000" dirty="0">
                <a:latin typeface="+mj-lt"/>
              </a:rPr>
              <a:t>Designed PPT for review and final presentation</a:t>
            </a:r>
          </a:p>
          <a:p>
            <a:r>
              <a:rPr lang="en-GB" sz="2000" dirty="0">
                <a:latin typeface="+mj-lt"/>
              </a:rPr>
              <a:t>Finalized conclusions, future scope, and SDG justification</a:t>
            </a:r>
          </a:p>
          <a:p>
            <a:endParaRPr lang="en-IN" dirty="0"/>
          </a:p>
        </p:txBody>
      </p:sp>
      <p:sp>
        <p:nvSpPr>
          <p:cNvPr id="4" name="Title 1">
            <a:extLst>
              <a:ext uri="{FF2B5EF4-FFF2-40B4-BE49-F238E27FC236}">
                <a16:creationId xmlns:a16="http://schemas.microsoft.com/office/drawing/2014/main" id="{6CD090D8-0C23-0DB1-CE48-0159A371E2A9}"/>
              </a:ext>
            </a:extLst>
          </p:cNvPr>
          <p:cNvSpPr>
            <a:spLocks noGrp="1"/>
          </p:cNvSpPr>
          <p:nvPr>
            <p:ph type="title"/>
          </p:nvPr>
        </p:nvSpPr>
        <p:spPr>
          <a:xfrm>
            <a:off x="838200" y="365125"/>
            <a:ext cx="10515600" cy="1325563"/>
          </a:xfrm>
        </p:spPr>
        <p:txBody>
          <a:bodyPr/>
          <a:lstStyle/>
          <a:p>
            <a:pPr lvl="0" algn="ctr" fontAlgn="base"/>
            <a:r>
              <a:rPr lang="en-IN" dirty="0"/>
              <a:t>Plan of Action (Timeline)</a:t>
            </a:r>
          </a:p>
        </p:txBody>
      </p:sp>
    </p:spTree>
    <p:extLst>
      <p:ext uri="{BB962C8B-B14F-4D97-AF65-F5344CB8AC3E}">
        <p14:creationId xmlns:p14="http://schemas.microsoft.com/office/powerpoint/2010/main" val="4085554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06A3D-FBA8-DA48-213D-A10C6B70D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A26DD-1655-45CC-BF0E-BA1F37E0EFD9}"/>
              </a:ext>
            </a:extLst>
          </p:cNvPr>
          <p:cNvSpPr>
            <a:spLocks noGrp="1"/>
          </p:cNvSpPr>
          <p:nvPr>
            <p:ph type="title"/>
          </p:nvPr>
        </p:nvSpPr>
        <p:spPr/>
        <p:txBody>
          <a:bodyPr/>
          <a:lstStyle/>
          <a:p>
            <a:pPr lvl="0" algn="ctr" fontAlgn="base"/>
            <a:r>
              <a:rPr lang="en-IN" dirty="0"/>
              <a:t>References</a:t>
            </a:r>
          </a:p>
        </p:txBody>
      </p:sp>
      <p:sp>
        <p:nvSpPr>
          <p:cNvPr id="3" name="Content Placeholder 2">
            <a:extLst>
              <a:ext uri="{FF2B5EF4-FFF2-40B4-BE49-F238E27FC236}">
                <a16:creationId xmlns:a16="http://schemas.microsoft.com/office/drawing/2014/main" id="{7B7FCC51-8FEC-3A19-A555-E81BAB0BCBA1}"/>
              </a:ext>
            </a:extLst>
          </p:cNvPr>
          <p:cNvSpPr>
            <a:spLocks noGrp="1"/>
          </p:cNvSpPr>
          <p:nvPr>
            <p:ph idx="1"/>
          </p:nvPr>
        </p:nvSpPr>
        <p:spPr/>
        <p:txBody>
          <a:bodyPr>
            <a:noAutofit/>
          </a:bodyPr>
          <a:lstStyle/>
          <a:p>
            <a:pPr marL="457200" indent="-457200">
              <a:buFont typeface="+mj-lt"/>
              <a:buAutoNum type="arabicPeriod"/>
            </a:pPr>
            <a:r>
              <a:rPr lang="en-IN" sz="1500" dirty="0">
                <a:latin typeface="+mj-lt"/>
              </a:rPr>
              <a:t>Ahmed, S., Kaiser, M. S., Hossain, M. S., &amp; Andersson, K. (2024). A comparative analysis of LIME and SHAP interpreters with explainable ML-based diabetes predictions. </a:t>
            </a:r>
            <a:r>
              <a:rPr lang="en-IN" sz="1500" i="1" dirty="0">
                <a:latin typeface="+mj-lt"/>
              </a:rPr>
              <a:t>IEEE access</a:t>
            </a:r>
            <a:r>
              <a:rPr lang="en-IN" sz="1500" dirty="0">
                <a:latin typeface="+mj-lt"/>
              </a:rPr>
              <a:t>, </a:t>
            </a:r>
            <a:r>
              <a:rPr lang="en-IN" sz="1500" i="1" dirty="0">
                <a:latin typeface="+mj-lt"/>
              </a:rPr>
              <a:t>13</a:t>
            </a:r>
            <a:r>
              <a:rPr lang="en-IN" sz="1500" dirty="0">
                <a:latin typeface="+mj-lt"/>
              </a:rPr>
              <a:t>, 37370-37388.</a:t>
            </a:r>
          </a:p>
          <a:p>
            <a:pPr marL="457200" indent="-457200">
              <a:buFont typeface="+mj-lt"/>
              <a:buAutoNum type="arabicPeriod"/>
            </a:pPr>
            <a:r>
              <a:rPr lang="en-IN" sz="1500" dirty="0">
                <a:latin typeface="+mj-lt"/>
              </a:rPr>
              <a:t>Dwivedi, R., Dave, D., Naik, H., Singhal, S., Omer, R., Patel, P., ... &amp; Ranjan, R. (2023). Explainable AI (XAI): Core ideas, techniques, and solutions. </a:t>
            </a:r>
            <a:r>
              <a:rPr lang="en-IN" sz="1500" i="1" dirty="0">
                <a:latin typeface="+mj-lt"/>
              </a:rPr>
              <a:t>ACM computing surveys</a:t>
            </a:r>
            <a:r>
              <a:rPr lang="en-IN" sz="1500" dirty="0">
                <a:latin typeface="+mj-lt"/>
              </a:rPr>
              <a:t>, </a:t>
            </a:r>
            <a:r>
              <a:rPr lang="en-IN" sz="1500" i="1" dirty="0">
                <a:latin typeface="+mj-lt"/>
              </a:rPr>
              <a:t>55</a:t>
            </a:r>
            <a:r>
              <a:rPr lang="en-IN" sz="1500" dirty="0">
                <a:latin typeface="+mj-lt"/>
              </a:rPr>
              <a:t>(9), 1-33.</a:t>
            </a:r>
          </a:p>
          <a:p>
            <a:pPr marL="457200" indent="-457200">
              <a:buFont typeface="+mj-lt"/>
              <a:buAutoNum type="arabicPeriod"/>
            </a:pPr>
            <a:r>
              <a:rPr lang="en-IN" sz="1500" dirty="0">
                <a:latin typeface="+mj-lt"/>
              </a:rPr>
              <a:t>Holzinger, A., </a:t>
            </a:r>
            <a:r>
              <a:rPr lang="en-IN" sz="1500" dirty="0" err="1">
                <a:latin typeface="+mj-lt"/>
              </a:rPr>
              <a:t>Saranti</a:t>
            </a:r>
            <a:r>
              <a:rPr lang="en-IN" sz="1500" dirty="0">
                <a:latin typeface="+mj-lt"/>
              </a:rPr>
              <a:t>, A., Molnar, C., </a:t>
            </a:r>
            <a:r>
              <a:rPr lang="en-IN" sz="1500" dirty="0" err="1">
                <a:latin typeface="+mj-lt"/>
              </a:rPr>
              <a:t>Biecek</a:t>
            </a:r>
            <a:r>
              <a:rPr lang="en-IN" sz="1500" dirty="0">
                <a:latin typeface="+mj-lt"/>
              </a:rPr>
              <a:t>, P., &amp; Samek, W. (2020, July). Explainable AI methods-a brief overview. In </a:t>
            </a:r>
            <a:r>
              <a:rPr lang="en-IN" sz="1500" i="1" dirty="0">
                <a:latin typeface="+mj-lt"/>
              </a:rPr>
              <a:t>International workshop on extending explainable AI beyond deep models and classifiers</a:t>
            </a:r>
            <a:r>
              <a:rPr lang="en-IN" sz="1500" dirty="0">
                <a:latin typeface="+mj-lt"/>
              </a:rPr>
              <a:t> (pp. 13-38). Cham: Springer International Publishing.</a:t>
            </a:r>
          </a:p>
          <a:p>
            <a:pPr marL="457200" indent="-457200">
              <a:buFont typeface="+mj-lt"/>
              <a:buAutoNum type="arabicPeriod"/>
            </a:pPr>
            <a:r>
              <a:rPr lang="en-IN" sz="1500" dirty="0">
                <a:latin typeface="+mj-lt"/>
              </a:rPr>
              <a:t>Saraswat, D., Bhattacharya, P., Verma, A., Prasad, V. K., Tanwar, S., Sharma, G., ... &amp; Sharma, R. (2022). Explainable AI for healthcare 5.0: opportunities and challenges. </a:t>
            </a:r>
            <a:r>
              <a:rPr lang="en-IN" sz="1500" i="1" dirty="0" err="1">
                <a:latin typeface="+mj-lt"/>
              </a:rPr>
              <a:t>IEEe</a:t>
            </a:r>
            <a:r>
              <a:rPr lang="en-IN" sz="1500" i="1" dirty="0">
                <a:latin typeface="+mj-lt"/>
              </a:rPr>
              <a:t> Access</a:t>
            </a:r>
            <a:r>
              <a:rPr lang="en-IN" sz="1500" dirty="0">
                <a:latin typeface="+mj-lt"/>
              </a:rPr>
              <a:t>, </a:t>
            </a:r>
            <a:r>
              <a:rPr lang="en-IN" sz="1500" i="1" dirty="0">
                <a:latin typeface="+mj-lt"/>
              </a:rPr>
              <a:t>10</a:t>
            </a:r>
            <a:r>
              <a:rPr lang="en-IN" sz="1500" dirty="0">
                <a:latin typeface="+mj-lt"/>
              </a:rPr>
              <a:t>, 84486-84517.</a:t>
            </a:r>
          </a:p>
          <a:p>
            <a:pPr marL="457200" indent="-457200">
              <a:buFont typeface="+mj-lt"/>
              <a:buAutoNum type="arabicPeriod"/>
            </a:pPr>
            <a:r>
              <a:rPr lang="en-IN" sz="1500" dirty="0">
                <a:latin typeface="+mj-lt"/>
              </a:rPr>
              <a:t>Salih, A. M., Raisi‐</a:t>
            </a:r>
            <a:r>
              <a:rPr lang="en-IN" sz="1500" dirty="0" err="1">
                <a:latin typeface="+mj-lt"/>
              </a:rPr>
              <a:t>Estabragh</a:t>
            </a:r>
            <a:r>
              <a:rPr lang="en-IN" sz="1500" dirty="0">
                <a:latin typeface="+mj-lt"/>
              </a:rPr>
              <a:t>, Z., </a:t>
            </a:r>
            <a:r>
              <a:rPr lang="en-IN" sz="1500" dirty="0" err="1">
                <a:latin typeface="+mj-lt"/>
              </a:rPr>
              <a:t>Galazzo</a:t>
            </a:r>
            <a:r>
              <a:rPr lang="en-IN" sz="1500" dirty="0">
                <a:latin typeface="+mj-lt"/>
              </a:rPr>
              <a:t>, I. B., </a:t>
            </a:r>
            <a:r>
              <a:rPr lang="en-IN" sz="1500" dirty="0" err="1">
                <a:latin typeface="+mj-lt"/>
              </a:rPr>
              <a:t>Radeva</a:t>
            </a:r>
            <a:r>
              <a:rPr lang="en-IN" sz="1500" dirty="0">
                <a:latin typeface="+mj-lt"/>
              </a:rPr>
              <a:t>, P., Petersen, S. E., </a:t>
            </a:r>
            <a:r>
              <a:rPr lang="en-IN" sz="1500" dirty="0" err="1">
                <a:latin typeface="+mj-lt"/>
              </a:rPr>
              <a:t>Lekadir</a:t>
            </a:r>
            <a:r>
              <a:rPr lang="en-IN" sz="1500" dirty="0">
                <a:latin typeface="+mj-lt"/>
              </a:rPr>
              <a:t>, K., &amp; </a:t>
            </a:r>
            <a:r>
              <a:rPr lang="en-IN" sz="1500" dirty="0" err="1">
                <a:latin typeface="+mj-lt"/>
              </a:rPr>
              <a:t>Menegaz</a:t>
            </a:r>
            <a:r>
              <a:rPr lang="en-IN" sz="1500" dirty="0">
                <a:latin typeface="+mj-lt"/>
              </a:rPr>
              <a:t>, G. (2025). A perspective on explainable artificial intelligence methods: SHAP and LIME. </a:t>
            </a:r>
            <a:r>
              <a:rPr lang="en-IN" sz="1500" i="1" dirty="0">
                <a:latin typeface="+mj-lt"/>
              </a:rPr>
              <a:t>Advanced Intelligent Systems</a:t>
            </a:r>
            <a:r>
              <a:rPr lang="en-IN" sz="1500" dirty="0">
                <a:latin typeface="+mj-lt"/>
              </a:rPr>
              <a:t>, </a:t>
            </a:r>
            <a:r>
              <a:rPr lang="en-IN" sz="1500" i="1" dirty="0">
                <a:latin typeface="+mj-lt"/>
              </a:rPr>
              <a:t>7</a:t>
            </a:r>
            <a:r>
              <a:rPr lang="en-IN" sz="1500" dirty="0">
                <a:latin typeface="+mj-lt"/>
              </a:rPr>
              <a:t>(1), 2400304.</a:t>
            </a:r>
          </a:p>
          <a:p>
            <a:pPr marL="457200" indent="-457200">
              <a:buFont typeface="+mj-lt"/>
              <a:buAutoNum type="arabicPeriod"/>
            </a:pPr>
            <a:r>
              <a:rPr lang="en-IN" sz="1500" dirty="0" err="1">
                <a:latin typeface="+mj-lt"/>
              </a:rPr>
              <a:t>Aldughayfiq</a:t>
            </a:r>
            <a:r>
              <a:rPr lang="en-IN" sz="1500" dirty="0">
                <a:latin typeface="+mj-lt"/>
              </a:rPr>
              <a:t>, B., Ashfaq, F., </a:t>
            </a:r>
            <a:r>
              <a:rPr lang="en-IN" sz="1500" dirty="0" err="1">
                <a:latin typeface="+mj-lt"/>
              </a:rPr>
              <a:t>Jhanjhi</a:t>
            </a:r>
            <a:r>
              <a:rPr lang="en-IN" sz="1500" dirty="0">
                <a:latin typeface="+mj-lt"/>
              </a:rPr>
              <a:t>, N. Z., &amp; Humayun, M. (2023). Explainable AI for retinoblastoma diagnosis: interpreting deep learning models with LIME and SHAP. </a:t>
            </a:r>
            <a:r>
              <a:rPr lang="en-IN" sz="1500" i="1" dirty="0">
                <a:latin typeface="+mj-lt"/>
              </a:rPr>
              <a:t>Diagnostics</a:t>
            </a:r>
            <a:r>
              <a:rPr lang="en-IN" sz="1500" dirty="0">
                <a:latin typeface="+mj-lt"/>
              </a:rPr>
              <a:t>, </a:t>
            </a:r>
            <a:r>
              <a:rPr lang="en-IN" sz="1500" i="1" dirty="0">
                <a:latin typeface="+mj-lt"/>
              </a:rPr>
              <a:t>13</a:t>
            </a:r>
            <a:r>
              <a:rPr lang="en-IN" sz="1500" dirty="0">
                <a:latin typeface="+mj-lt"/>
              </a:rPr>
              <a:t>(11), 1932.</a:t>
            </a:r>
          </a:p>
          <a:p>
            <a:pPr marL="457200" indent="-457200">
              <a:buFont typeface="+mj-lt"/>
              <a:buAutoNum type="arabicPeriod"/>
            </a:pPr>
            <a:r>
              <a:rPr lang="en-IN" sz="1500" dirty="0" err="1">
                <a:latin typeface="+mj-lt"/>
              </a:rPr>
              <a:t>Machlev</a:t>
            </a:r>
            <a:r>
              <a:rPr lang="en-IN" sz="1500" dirty="0">
                <a:latin typeface="+mj-lt"/>
              </a:rPr>
              <a:t>, R., </a:t>
            </a:r>
            <a:r>
              <a:rPr lang="en-IN" sz="1500" dirty="0" err="1">
                <a:latin typeface="+mj-lt"/>
              </a:rPr>
              <a:t>Heistrene</a:t>
            </a:r>
            <a:r>
              <a:rPr lang="en-IN" sz="1500" dirty="0">
                <a:latin typeface="+mj-lt"/>
              </a:rPr>
              <a:t>, L., Perl, M., Levy, K. Y., Belikov, J., Mannor, S., &amp; Levron, Y. (2022). Explainable Artificial Intelligence (XAI) techniques for energy and power systems: Review, challenges and opportunities. </a:t>
            </a:r>
            <a:r>
              <a:rPr lang="en-IN" sz="1500" i="1" dirty="0">
                <a:latin typeface="+mj-lt"/>
              </a:rPr>
              <a:t>Energy and AI</a:t>
            </a:r>
            <a:r>
              <a:rPr lang="en-IN" sz="1500" dirty="0">
                <a:latin typeface="+mj-lt"/>
              </a:rPr>
              <a:t>, </a:t>
            </a:r>
            <a:r>
              <a:rPr lang="en-IN" sz="1500" i="1" dirty="0">
                <a:latin typeface="+mj-lt"/>
              </a:rPr>
              <a:t>9</a:t>
            </a:r>
            <a:r>
              <a:rPr lang="en-IN" sz="1500" dirty="0">
                <a:latin typeface="+mj-lt"/>
              </a:rPr>
              <a:t>, 100169.</a:t>
            </a:r>
          </a:p>
          <a:p>
            <a:pPr marL="457200" indent="-457200">
              <a:buFont typeface="+mj-lt"/>
              <a:buAutoNum type="arabicPeriod"/>
            </a:pPr>
            <a:r>
              <a:rPr lang="en-IN" sz="1500" dirty="0">
                <a:latin typeface="+mj-lt"/>
              </a:rPr>
              <a:t>Gaspar, D., Silva, P., &amp; Silva, C. (2024). Explainable AI for intrusion detection systems: LIME and SHAP applicability on multi-layer perceptron. </a:t>
            </a:r>
            <a:r>
              <a:rPr lang="en-IN" sz="1500" i="1" dirty="0">
                <a:latin typeface="+mj-lt"/>
              </a:rPr>
              <a:t>IEEE Access</a:t>
            </a:r>
            <a:r>
              <a:rPr lang="en-IN" sz="1500" dirty="0">
                <a:latin typeface="+mj-lt"/>
              </a:rPr>
              <a:t>, </a:t>
            </a:r>
            <a:r>
              <a:rPr lang="en-IN" sz="1500" i="1" dirty="0">
                <a:latin typeface="+mj-lt"/>
              </a:rPr>
              <a:t>12</a:t>
            </a:r>
            <a:r>
              <a:rPr lang="en-IN" sz="1500" dirty="0">
                <a:latin typeface="+mj-lt"/>
              </a:rPr>
              <a:t>, 30164-30175.</a:t>
            </a:r>
            <a:endParaRPr lang="en-IN" sz="1500" dirty="0"/>
          </a:p>
        </p:txBody>
      </p:sp>
    </p:spTree>
    <p:extLst>
      <p:ext uri="{BB962C8B-B14F-4D97-AF65-F5344CB8AC3E}">
        <p14:creationId xmlns:p14="http://schemas.microsoft.com/office/powerpoint/2010/main" val="277091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E7C580-5D4F-D8C7-27EE-D4BC03AC4484}"/>
              </a:ext>
            </a:extLst>
          </p:cNvPr>
          <p:cNvSpPr>
            <a:spLocks noGrp="1"/>
          </p:cNvSpPr>
          <p:nvPr>
            <p:ph idx="1"/>
          </p:nvPr>
        </p:nvSpPr>
        <p:spPr/>
        <p:txBody>
          <a:bodyPr>
            <a:noAutofit/>
          </a:bodyPr>
          <a:lstStyle/>
          <a:p>
            <a:pPr marL="514350" indent="-514350">
              <a:buFont typeface="+mj-lt"/>
              <a:buAutoNum type="arabicPeriod" startAt="9"/>
            </a:pPr>
            <a:r>
              <a:rPr lang="en-IN" sz="1800" dirty="0">
                <a:latin typeface="+mj-lt"/>
              </a:rPr>
              <a:t>Agrawal, R., Gupta, T., Gupta, S., Chauhan, S., Patel, P., &amp; </a:t>
            </a:r>
            <a:r>
              <a:rPr lang="en-IN" sz="1800" dirty="0" err="1">
                <a:latin typeface="+mj-lt"/>
              </a:rPr>
              <a:t>Hamdare</a:t>
            </a:r>
            <a:r>
              <a:rPr lang="en-IN" sz="1800" dirty="0">
                <a:latin typeface="+mj-lt"/>
              </a:rPr>
              <a:t>, S. (2025). Fostering trust and interpretability: integrating explainable AI (XAI) with machine learning for enhanced disease prediction and decision transparency. </a:t>
            </a:r>
            <a:r>
              <a:rPr lang="en-IN" sz="1800" i="1" dirty="0">
                <a:latin typeface="+mj-lt"/>
              </a:rPr>
              <a:t>Diagnostic Pathology</a:t>
            </a:r>
            <a:r>
              <a:rPr lang="en-IN" sz="1800" dirty="0">
                <a:latin typeface="+mj-lt"/>
              </a:rPr>
              <a:t>, </a:t>
            </a:r>
            <a:r>
              <a:rPr lang="en-IN" sz="1800" i="1" dirty="0">
                <a:latin typeface="+mj-lt"/>
              </a:rPr>
              <a:t>20</a:t>
            </a:r>
            <a:r>
              <a:rPr lang="en-IN" sz="1800" dirty="0">
                <a:latin typeface="+mj-lt"/>
              </a:rPr>
              <a:t>(1), 105.</a:t>
            </a:r>
          </a:p>
          <a:p>
            <a:pPr marL="514350" indent="-514350">
              <a:buFont typeface="+mj-lt"/>
              <a:buAutoNum type="arabicPeriod" startAt="9"/>
            </a:pPr>
            <a:r>
              <a:rPr lang="en-IN" sz="1800" dirty="0">
                <a:latin typeface="+mj-lt"/>
              </a:rPr>
              <a:t>Brahmaji, K. K. P. (2024). Explainable AI in data analytics: Enhancing transparency and trust in complex machine learning models. </a:t>
            </a:r>
            <a:r>
              <a:rPr lang="en-IN" sz="1800" i="1" dirty="0">
                <a:latin typeface="+mj-lt"/>
              </a:rPr>
              <a:t>International Journal of Computer Engineering and Technology</a:t>
            </a:r>
            <a:r>
              <a:rPr lang="en-IN" sz="1800" dirty="0">
                <a:latin typeface="+mj-lt"/>
              </a:rPr>
              <a:t>, </a:t>
            </a:r>
            <a:r>
              <a:rPr lang="en-IN" sz="1800" i="1" dirty="0">
                <a:latin typeface="+mj-lt"/>
              </a:rPr>
              <a:t>15</a:t>
            </a:r>
            <a:r>
              <a:rPr lang="en-IN" sz="1800" dirty="0">
                <a:latin typeface="+mj-lt"/>
              </a:rPr>
              <a:t>(5), 1054-1061.</a:t>
            </a:r>
          </a:p>
          <a:p>
            <a:pPr marL="514350" indent="-514350">
              <a:buFont typeface="+mj-lt"/>
              <a:buAutoNum type="arabicPeriod" startAt="9"/>
            </a:pPr>
            <a:r>
              <a:rPr lang="en-IN" sz="1800" dirty="0">
                <a:latin typeface="+mj-lt"/>
              </a:rPr>
              <a:t>Rudin, C., &amp; Radin, J. (2019). Why are we using black box models in AI when we don’t need to? A lesson from an explainable AI competition. </a:t>
            </a:r>
            <a:r>
              <a:rPr lang="en-IN" sz="1800" i="1" dirty="0">
                <a:latin typeface="+mj-lt"/>
              </a:rPr>
              <a:t>Harvard Data Science Review</a:t>
            </a:r>
            <a:r>
              <a:rPr lang="en-IN" sz="1800" dirty="0">
                <a:latin typeface="+mj-lt"/>
              </a:rPr>
              <a:t>, </a:t>
            </a:r>
            <a:r>
              <a:rPr lang="en-IN" sz="1800" i="1" dirty="0">
                <a:latin typeface="+mj-lt"/>
              </a:rPr>
              <a:t>1</a:t>
            </a:r>
            <a:r>
              <a:rPr lang="en-IN" sz="1800" dirty="0">
                <a:latin typeface="+mj-lt"/>
              </a:rPr>
              <a:t>(2), 1-9.</a:t>
            </a:r>
          </a:p>
          <a:p>
            <a:pPr marL="514350" indent="-514350">
              <a:buFont typeface="+mj-lt"/>
              <a:buAutoNum type="arabicPeriod" startAt="9"/>
            </a:pPr>
            <a:r>
              <a:rPr lang="en-IN" sz="1800" dirty="0">
                <a:latin typeface="+mj-lt"/>
              </a:rPr>
              <a:t>Srinivasu, P. N., Sandhya, N., Jhaveri, R. H., &amp; Raut, R. (2022). From </a:t>
            </a:r>
            <a:r>
              <a:rPr lang="en-IN" sz="1800" dirty="0" err="1">
                <a:latin typeface="+mj-lt"/>
              </a:rPr>
              <a:t>blackbox</a:t>
            </a:r>
            <a:r>
              <a:rPr lang="en-IN" sz="1800" dirty="0">
                <a:latin typeface="+mj-lt"/>
              </a:rPr>
              <a:t> to explainable AI in healthcare: existing tools and case studies. </a:t>
            </a:r>
            <a:r>
              <a:rPr lang="en-IN" sz="1800" i="1" dirty="0">
                <a:latin typeface="+mj-lt"/>
              </a:rPr>
              <a:t>Mobile Information Systems</a:t>
            </a:r>
            <a:r>
              <a:rPr lang="en-IN" sz="1800" dirty="0">
                <a:latin typeface="+mj-lt"/>
              </a:rPr>
              <a:t>, </a:t>
            </a:r>
            <a:r>
              <a:rPr lang="en-IN" sz="1800" i="1" dirty="0">
                <a:latin typeface="+mj-lt"/>
              </a:rPr>
              <a:t>2022</a:t>
            </a:r>
            <a:r>
              <a:rPr lang="en-IN" sz="1800" dirty="0">
                <a:latin typeface="+mj-lt"/>
              </a:rPr>
              <a:t>(1), 8167821.</a:t>
            </a:r>
          </a:p>
          <a:p>
            <a:pPr marL="514350" indent="-514350">
              <a:buFont typeface="+mj-lt"/>
              <a:buAutoNum type="arabicPeriod" startAt="9"/>
            </a:pPr>
            <a:r>
              <a:rPr lang="en-IN" sz="1800" dirty="0">
                <a:latin typeface="+mj-lt"/>
              </a:rPr>
              <a:t>Hulsen, T. (2023). Explainable artificial intelligence (XAI): concepts and challenges in healthcare. </a:t>
            </a:r>
            <a:r>
              <a:rPr lang="en-IN" sz="1800" i="1" dirty="0">
                <a:latin typeface="+mj-lt"/>
              </a:rPr>
              <a:t>Ai</a:t>
            </a:r>
            <a:r>
              <a:rPr lang="en-IN" sz="1800" dirty="0">
                <a:latin typeface="+mj-lt"/>
              </a:rPr>
              <a:t>, </a:t>
            </a:r>
            <a:r>
              <a:rPr lang="en-IN" sz="1800" i="1" dirty="0">
                <a:latin typeface="+mj-lt"/>
              </a:rPr>
              <a:t>4</a:t>
            </a:r>
            <a:r>
              <a:rPr lang="en-IN" sz="1800" dirty="0">
                <a:latin typeface="+mj-lt"/>
              </a:rPr>
              <a:t>(3), 652-666.</a:t>
            </a:r>
          </a:p>
          <a:p>
            <a:pPr marL="514350" indent="-514350">
              <a:buFont typeface="+mj-lt"/>
              <a:buAutoNum type="arabicPeriod" startAt="9"/>
            </a:pPr>
            <a:r>
              <a:rPr lang="en-IN" sz="1800" dirty="0">
                <a:latin typeface="+mj-lt"/>
              </a:rPr>
              <a:t>Khan, N., Nauman, M., </a:t>
            </a:r>
            <a:r>
              <a:rPr lang="en-IN" sz="1800" dirty="0" err="1">
                <a:latin typeface="+mj-lt"/>
              </a:rPr>
              <a:t>Almadhor</a:t>
            </a:r>
            <a:r>
              <a:rPr lang="en-IN" sz="1800" dirty="0">
                <a:latin typeface="+mj-lt"/>
              </a:rPr>
              <a:t>, A. S., Akhtar, N., </a:t>
            </a:r>
            <a:r>
              <a:rPr lang="en-IN" sz="1800" dirty="0" err="1">
                <a:latin typeface="+mj-lt"/>
              </a:rPr>
              <a:t>Alghuried</a:t>
            </a:r>
            <a:r>
              <a:rPr lang="en-IN" sz="1800" dirty="0">
                <a:latin typeface="+mj-lt"/>
              </a:rPr>
              <a:t>, A., &amp; </a:t>
            </a:r>
            <a:r>
              <a:rPr lang="en-IN" sz="1800" dirty="0" err="1">
                <a:latin typeface="+mj-lt"/>
              </a:rPr>
              <a:t>Alhudhaif</a:t>
            </a:r>
            <a:r>
              <a:rPr lang="en-IN" sz="1800" dirty="0">
                <a:latin typeface="+mj-lt"/>
              </a:rPr>
              <a:t>, A. (2024). Guaranteeing correctness in black-box machine learning: A fusion of explainable AI and formal methods for healthcare decision-making. </a:t>
            </a:r>
            <a:r>
              <a:rPr lang="en-IN" sz="1800" i="1" dirty="0">
                <a:latin typeface="+mj-lt"/>
              </a:rPr>
              <a:t>IEEE Access</a:t>
            </a:r>
            <a:r>
              <a:rPr lang="en-IN" sz="1800" dirty="0">
                <a:latin typeface="+mj-lt"/>
              </a:rPr>
              <a:t>, </a:t>
            </a:r>
            <a:r>
              <a:rPr lang="en-IN" sz="1800" i="1" dirty="0">
                <a:latin typeface="+mj-lt"/>
              </a:rPr>
              <a:t>12</a:t>
            </a:r>
            <a:r>
              <a:rPr lang="en-IN" sz="1800" dirty="0">
                <a:latin typeface="+mj-lt"/>
              </a:rPr>
              <a:t>, 90299-90316.</a:t>
            </a:r>
          </a:p>
        </p:txBody>
      </p:sp>
      <p:sp>
        <p:nvSpPr>
          <p:cNvPr id="4" name="Title 1">
            <a:extLst>
              <a:ext uri="{FF2B5EF4-FFF2-40B4-BE49-F238E27FC236}">
                <a16:creationId xmlns:a16="http://schemas.microsoft.com/office/drawing/2014/main" id="{C3E20D7B-13CC-813C-0029-2B87651A2D11}"/>
              </a:ext>
            </a:extLst>
          </p:cNvPr>
          <p:cNvSpPr>
            <a:spLocks noGrp="1"/>
          </p:cNvSpPr>
          <p:nvPr>
            <p:ph type="title"/>
          </p:nvPr>
        </p:nvSpPr>
        <p:spPr>
          <a:xfrm>
            <a:off x="838200" y="365125"/>
            <a:ext cx="10515600" cy="1325563"/>
          </a:xfrm>
        </p:spPr>
        <p:txBody>
          <a:bodyPr/>
          <a:lstStyle/>
          <a:p>
            <a:pPr lvl="0" algn="ctr" fontAlgn="base"/>
            <a:r>
              <a:rPr lang="en-IN" dirty="0"/>
              <a:t>References</a:t>
            </a:r>
          </a:p>
        </p:txBody>
      </p:sp>
    </p:spTree>
    <p:extLst>
      <p:ext uri="{BB962C8B-B14F-4D97-AF65-F5344CB8AC3E}">
        <p14:creationId xmlns:p14="http://schemas.microsoft.com/office/powerpoint/2010/main" val="2461892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E53427-48FF-3341-23AD-CD8341671955}"/>
              </a:ext>
            </a:extLst>
          </p:cNvPr>
          <p:cNvSpPr>
            <a:spLocks noGrp="1"/>
          </p:cNvSpPr>
          <p:nvPr>
            <p:ph idx="1"/>
          </p:nvPr>
        </p:nvSpPr>
        <p:spPr/>
        <p:txBody>
          <a:bodyPr>
            <a:noAutofit/>
          </a:bodyPr>
          <a:lstStyle/>
          <a:p>
            <a:pPr marL="514350" indent="-514350">
              <a:buFont typeface="+mj-lt"/>
              <a:buAutoNum type="arabicPeriod" startAt="15"/>
            </a:pPr>
            <a:r>
              <a:rPr lang="en-IN" sz="1600" dirty="0">
                <a:latin typeface="+mj-lt"/>
              </a:rPr>
              <a:t>Xu, F., </a:t>
            </a:r>
            <a:r>
              <a:rPr lang="en-IN" sz="1600" dirty="0" err="1">
                <a:latin typeface="+mj-lt"/>
              </a:rPr>
              <a:t>Uszkoreit</a:t>
            </a:r>
            <a:r>
              <a:rPr lang="en-IN" sz="1600" dirty="0">
                <a:latin typeface="+mj-lt"/>
              </a:rPr>
              <a:t>, H., Du, Y., Fan, W., Zhao, D., &amp; Zhu, J. (2019, September). Explainable AI: A brief survey on history, research areas, approaches and challenges. In </a:t>
            </a:r>
            <a:r>
              <a:rPr lang="en-IN" sz="1600" i="1" dirty="0">
                <a:latin typeface="+mj-lt"/>
              </a:rPr>
              <a:t>CCF international conference on natural language processing and Chinese computing</a:t>
            </a:r>
            <a:r>
              <a:rPr lang="en-IN" sz="1600" dirty="0">
                <a:latin typeface="+mj-lt"/>
              </a:rPr>
              <a:t> (pp. 563-574). Cham: Springer International Publishing.</a:t>
            </a:r>
          </a:p>
          <a:p>
            <a:pPr marL="514350" indent="-514350">
              <a:buFont typeface="+mj-lt"/>
              <a:buAutoNum type="arabicPeriod" startAt="15"/>
            </a:pPr>
            <a:r>
              <a:rPr lang="en-GB" sz="1600" dirty="0">
                <a:latin typeface="+mj-lt"/>
              </a:rPr>
              <a:t>Goebel, R., Chander, A., Holzinger, K., </a:t>
            </a:r>
            <a:r>
              <a:rPr lang="en-GB" sz="1600" dirty="0" err="1">
                <a:latin typeface="+mj-lt"/>
              </a:rPr>
              <a:t>Lecue</a:t>
            </a:r>
            <a:r>
              <a:rPr lang="en-GB" sz="1600" dirty="0">
                <a:latin typeface="+mj-lt"/>
              </a:rPr>
              <a:t>, F., </a:t>
            </a:r>
            <a:r>
              <a:rPr lang="en-GB" sz="1600" dirty="0" err="1">
                <a:latin typeface="+mj-lt"/>
              </a:rPr>
              <a:t>Akata</a:t>
            </a:r>
            <a:r>
              <a:rPr lang="en-GB" sz="1600" dirty="0">
                <a:latin typeface="+mj-lt"/>
              </a:rPr>
              <a:t>, Z., Stumpf, S., ... &amp; Holzinger, A. (2018). Explainable AI: the new 42?. In </a:t>
            </a:r>
            <a:r>
              <a:rPr lang="en-GB" sz="1600" i="1" dirty="0">
                <a:latin typeface="+mj-lt"/>
              </a:rPr>
              <a:t>International cross-domain conference for machine learning and knowledge extraction</a:t>
            </a:r>
            <a:r>
              <a:rPr lang="en-GB" sz="1600" dirty="0">
                <a:latin typeface="+mj-lt"/>
              </a:rPr>
              <a:t> (pp. 295-303). Springer, Cham.</a:t>
            </a:r>
          </a:p>
          <a:p>
            <a:pPr marL="514350" indent="-514350">
              <a:buFont typeface="+mj-lt"/>
              <a:buAutoNum type="arabicPeriod" startAt="15"/>
            </a:pPr>
            <a:r>
              <a:rPr lang="en-IN" sz="1600" dirty="0">
                <a:latin typeface="+mj-lt"/>
              </a:rPr>
              <a:t>Angelov, P. P., Soares, E. A., Jiang, R., Arnold, N. I., &amp; Atkinson, P. M. (2021). Explainable artificial intelligence: an analytical review. </a:t>
            </a:r>
            <a:r>
              <a:rPr lang="en-IN" sz="1600" i="1" dirty="0">
                <a:latin typeface="+mj-lt"/>
              </a:rPr>
              <a:t>Wiley Interdisciplinary Reviews: Data Mining and Knowledge Discovery</a:t>
            </a:r>
            <a:r>
              <a:rPr lang="en-IN" sz="1600" dirty="0">
                <a:latin typeface="+mj-lt"/>
              </a:rPr>
              <a:t>, </a:t>
            </a:r>
            <a:r>
              <a:rPr lang="en-IN" sz="1600" i="1" dirty="0">
                <a:latin typeface="+mj-lt"/>
              </a:rPr>
              <a:t>11</a:t>
            </a:r>
            <a:r>
              <a:rPr lang="en-IN" sz="1600" dirty="0">
                <a:latin typeface="+mj-lt"/>
              </a:rPr>
              <a:t>(5), e1424.</a:t>
            </a:r>
          </a:p>
          <a:p>
            <a:pPr marL="514350" indent="-514350">
              <a:buFont typeface="+mj-lt"/>
              <a:buAutoNum type="arabicPeriod" startAt="15"/>
            </a:pPr>
            <a:r>
              <a:rPr lang="en-GB" sz="1600" dirty="0">
                <a:latin typeface="+mj-lt"/>
              </a:rPr>
              <a:t>Gade, K., Geyik, S. C., </a:t>
            </a:r>
            <a:r>
              <a:rPr lang="en-GB" sz="1600" dirty="0" err="1">
                <a:latin typeface="+mj-lt"/>
              </a:rPr>
              <a:t>Kenthapadi</a:t>
            </a:r>
            <a:r>
              <a:rPr lang="en-GB" sz="1600" dirty="0">
                <a:latin typeface="+mj-lt"/>
              </a:rPr>
              <a:t>, K., Mithal, V., &amp; Taly, A. (2019, July). Explainable AI in industry. In </a:t>
            </a:r>
            <a:r>
              <a:rPr lang="en-GB" sz="1600" i="1" dirty="0">
                <a:latin typeface="+mj-lt"/>
              </a:rPr>
              <a:t>Proceedings of the 25th ACM SIGKDD international conference on knowledge discovery &amp; data mining</a:t>
            </a:r>
            <a:r>
              <a:rPr lang="en-GB" sz="1600" dirty="0">
                <a:latin typeface="+mj-lt"/>
              </a:rPr>
              <a:t> (pp. 3203-3204).</a:t>
            </a:r>
          </a:p>
          <a:p>
            <a:pPr marL="514350" indent="-514350">
              <a:buFont typeface="+mj-lt"/>
              <a:buAutoNum type="arabicPeriod" startAt="15"/>
            </a:pPr>
            <a:r>
              <a:rPr lang="en-IN" sz="1600" dirty="0">
                <a:latin typeface="+mj-lt"/>
              </a:rPr>
              <a:t>Hoffman, R. R., Mueller, S. T., Klein, G., &amp; Litman, J. (2018). Metrics for explainable AI: Challenges and prospects. </a:t>
            </a:r>
            <a:r>
              <a:rPr lang="en-IN" sz="1600" i="1" dirty="0" err="1">
                <a:latin typeface="+mj-lt"/>
              </a:rPr>
              <a:t>arXiv</a:t>
            </a:r>
            <a:r>
              <a:rPr lang="en-IN" sz="1600" i="1" dirty="0">
                <a:latin typeface="+mj-lt"/>
              </a:rPr>
              <a:t> preprint arXiv:1812.04608</a:t>
            </a:r>
            <a:r>
              <a:rPr lang="en-IN" sz="1600" dirty="0">
                <a:latin typeface="+mj-lt"/>
              </a:rPr>
              <a:t>.</a:t>
            </a:r>
          </a:p>
          <a:p>
            <a:pPr marL="514350" indent="-514350">
              <a:buFont typeface="+mj-lt"/>
              <a:buAutoNum type="arabicPeriod" startAt="15"/>
            </a:pPr>
            <a:r>
              <a:rPr lang="en-GB" sz="1600" dirty="0" err="1">
                <a:latin typeface="+mj-lt"/>
              </a:rPr>
              <a:t>Chaddad</a:t>
            </a:r>
            <a:r>
              <a:rPr lang="en-GB" sz="1600" dirty="0">
                <a:latin typeface="+mj-lt"/>
              </a:rPr>
              <a:t>, A., Peng, J., Xu, J., &amp; </a:t>
            </a:r>
            <a:r>
              <a:rPr lang="en-GB" sz="1600" dirty="0" err="1">
                <a:latin typeface="+mj-lt"/>
              </a:rPr>
              <a:t>Bouridane</a:t>
            </a:r>
            <a:r>
              <a:rPr lang="en-GB" sz="1600" dirty="0">
                <a:latin typeface="+mj-lt"/>
              </a:rPr>
              <a:t>, A. (2023). Survey of explainable AI techniques in healthcare. </a:t>
            </a:r>
            <a:r>
              <a:rPr lang="en-GB" sz="1600" i="1" dirty="0">
                <a:latin typeface="+mj-lt"/>
              </a:rPr>
              <a:t>Sensors</a:t>
            </a:r>
            <a:r>
              <a:rPr lang="en-GB" sz="1600" dirty="0">
                <a:latin typeface="+mj-lt"/>
              </a:rPr>
              <a:t>, </a:t>
            </a:r>
            <a:r>
              <a:rPr lang="en-GB" sz="1600" i="1" dirty="0">
                <a:latin typeface="+mj-lt"/>
              </a:rPr>
              <a:t>23</a:t>
            </a:r>
            <a:r>
              <a:rPr lang="en-GB" sz="1600" dirty="0">
                <a:latin typeface="+mj-lt"/>
              </a:rPr>
              <a:t>(2), 634.</a:t>
            </a:r>
          </a:p>
          <a:p>
            <a:pPr marL="514350" indent="-514350">
              <a:buFont typeface="+mj-lt"/>
              <a:buAutoNum type="arabicPeriod" startAt="15"/>
            </a:pPr>
            <a:r>
              <a:rPr lang="en-GB" sz="1600" dirty="0">
                <a:latin typeface="+mj-lt"/>
              </a:rPr>
              <a:t>Doran, D., Schulz, S., &amp; </a:t>
            </a:r>
            <a:r>
              <a:rPr lang="en-GB" sz="1600" dirty="0" err="1">
                <a:latin typeface="+mj-lt"/>
              </a:rPr>
              <a:t>Besold</a:t>
            </a:r>
            <a:r>
              <a:rPr lang="en-GB" sz="1600" dirty="0">
                <a:latin typeface="+mj-lt"/>
              </a:rPr>
              <a:t>, T. R. (2017). What does explainable AI really mean? A new conceptualization of perspectives. </a:t>
            </a:r>
            <a:r>
              <a:rPr lang="en-GB" sz="1600" i="1" dirty="0" err="1">
                <a:latin typeface="+mj-lt"/>
              </a:rPr>
              <a:t>arXiv</a:t>
            </a:r>
            <a:r>
              <a:rPr lang="en-GB" sz="1600" i="1" dirty="0">
                <a:latin typeface="+mj-lt"/>
              </a:rPr>
              <a:t> preprint arXiv:1710.00794</a:t>
            </a:r>
            <a:r>
              <a:rPr lang="en-GB" sz="1600" dirty="0">
                <a:latin typeface="+mj-lt"/>
              </a:rPr>
              <a:t>.</a:t>
            </a:r>
            <a:endParaRPr lang="en-IN" sz="1600" dirty="0">
              <a:latin typeface="+mj-lt"/>
            </a:endParaRPr>
          </a:p>
        </p:txBody>
      </p:sp>
      <p:sp>
        <p:nvSpPr>
          <p:cNvPr id="4" name="Title 1">
            <a:extLst>
              <a:ext uri="{FF2B5EF4-FFF2-40B4-BE49-F238E27FC236}">
                <a16:creationId xmlns:a16="http://schemas.microsoft.com/office/drawing/2014/main" id="{BF8132CF-11C0-5BB8-21C7-A5502E4EDDFE}"/>
              </a:ext>
            </a:extLst>
          </p:cNvPr>
          <p:cNvSpPr>
            <a:spLocks noGrp="1"/>
          </p:cNvSpPr>
          <p:nvPr>
            <p:ph type="title"/>
          </p:nvPr>
        </p:nvSpPr>
        <p:spPr>
          <a:xfrm>
            <a:off x="838200" y="365125"/>
            <a:ext cx="10515600" cy="1325563"/>
          </a:xfrm>
        </p:spPr>
        <p:txBody>
          <a:bodyPr/>
          <a:lstStyle/>
          <a:p>
            <a:pPr lvl="0" algn="ctr" fontAlgn="base"/>
            <a:r>
              <a:rPr lang="en-IN" dirty="0"/>
              <a:t>References</a:t>
            </a:r>
          </a:p>
        </p:txBody>
      </p:sp>
    </p:spTree>
    <p:extLst>
      <p:ext uri="{BB962C8B-B14F-4D97-AF65-F5344CB8AC3E}">
        <p14:creationId xmlns:p14="http://schemas.microsoft.com/office/powerpoint/2010/main" val="33794563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84A360-C842-4BDF-03FA-8DA4A2029615}"/>
              </a:ext>
            </a:extLst>
          </p:cNvPr>
          <p:cNvSpPr>
            <a:spLocks noGrp="1"/>
          </p:cNvSpPr>
          <p:nvPr>
            <p:ph idx="1"/>
          </p:nvPr>
        </p:nvSpPr>
        <p:spPr/>
        <p:txBody>
          <a:bodyPr>
            <a:noAutofit/>
          </a:bodyPr>
          <a:lstStyle/>
          <a:p>
            <a:pPr marL="514350" indent="-514350">
              <a:buFont typeface="+mj-lt"/>
              <a:buAutoNum type="arabicPeriod" startAt="22"/>
            </a:pPr>
            <a:r>
              <a:rPr lang="en-GB" sz="1600" dirty="0">
                <a:latin typeface="+mj-lt"/>
              </a:rPr>
              <a:t>Nguyen, H. T. T., Cao, H. Q., Nguyen, K. V. T., &amp; Pham, N. D. K. (2021, May). Evaluation of explainable artificial intelligence: Shap, lime, and cam. In </a:t>
            </a:r>
            <a:r>
              <a:rPr lang="en-GB" sz="1600" i="1" dirty="0">
                <a:latin typeface="+mj-lt"/>
              </a:rPr>
              <a:t>Proceedings of the FPT AI Conference</a:t>
            </a:r>
            <a:r>
              <a:rPr lang="en-GB" sz="1600" dirty="0">
                <a:latin typeface="+mj-lt"/>
              </a:rPr>
              <a:t> (pp. 1-6).</a:t>
            </a:r>
          </a:p>
          <a:p>
            <a:pPr marL="514350" indent="-514350">
              <a:buFont typeface="+mj-lt"/>
              <a:buAutoNum type="arabicPeriod" startAt="22"/>
            </a:pPr>
            <a:r>
              <a:rPr lang="en-GB" sz="1600" dirty="0" err="1">
                <a:latin typeface="+mj-lt"/>
              </a:rPr>
              <a:t>Donmez</a:t>
            </a:r>
            <a:r>
              <a:rPr lang="en-GB" sz="1600" dirty="0">
                <a:latin typeface="+mj-lt"/>
              </a:rPr>
              <a:t>, T. B., Kutlu, M., Mansour, M., &amp; Yildiz, M. Z. (2025). Explainable AI in action: a comparative analysis of hypertension risk factors using SHAP and LIME. </a:t>
            </a:r>
            <a:r>
              <a:rPr lang="en-GB" sz="1600" i="1" dirty="0">
                <a:latin typeface="+mj-lt"/>
              </a:rPr>
              <a:t>Neural Computing and Applications</a:t>
            </a:r>
            <a:r>
              <a:rPr lang="en-GB" sz="1600" dirty="0">
                <a:latin typeface="+mj-lt"/>
              </a:rPr>
              <a:t>, </a:t>
            </a:r>
            <a:r>
              <a:rPr lang="en-GB" sz="1600" i="1" dirty="0">
                <a:latin typeface="+mj-lt"/>
              </a:rPr>
              <a:t>37</a:t>
            </a:r>
            <a:r>
              <a:rPr lang="en-GB" sz="1600" dirty="0">
                <a:latin typeface="+mj-lt"/>
              </a:rPr>
              <a:t>(5), 4053-4074.</a:t>
            </a:r>
          </a:p>
          <a:p>
            <a:pPr marL="514350" indent="-514350">
              <a:buFont typeface="+mj-lt"/>
              <a:buAutoNum type="arabicPeriod" startAt="22"/>
            </a:pPr>
            <a:r>
              <a:rPr lang="en-IN" sz="1600" dirty="0">
                <a:latin typeface="+mj-lt"/>
              </a:rPr>
              <a:t>Devanathan, B., Varshitha, K. J., Kumar, L. P., Lakshmanan, S. A., &amp; Prakash, N. K. (2025). Explainable AI Framework Using </a:t>
            </a:r>
            <a:r>
              <a:rPr lang="en-IN" sz="1600" dirty="0" err="1">
                <a:latin typeface="+mj-lt"/>
              </a:rPr>
              <a:t>XGBoost</a:t>
            </a:r>
            <a:r>
              <a:rPr lang="en-IN" sz="1600" dirty="0">
                <a:latin typeface="+mj-lt"/>
              </a:rPr>
              <a:t> with SHAP and LIME for Multi-Scale Household Energy Forecasting. </a:t>
            </a:r>
            <a:r>
              <a:rPr lang="en-IN" sz="1600" i="1" dirty="0">
                <a:latin typeface="+mj-lt"/>
              </a:rPr>
              <a:t>IEEE Access</a:t>
            </a:r>
            <a:r>
              <a:rPr lang="en-IN" sz="1600" dirty="0">
                <a:latin typeface="+mj-lt"/>
              </a:rPr>
              <a:t>.</a:t>
            </a:r>
          </a:p>
          <a:p>
            <a:pPr marL="514350" indent="-514350">
              <a:buFont typeface="+mj-lt"/>
              <a:buAutoNum type="arabicPeriod" startAt="22"/>
            </a:pPr>
            <a:r>
              <a:rPr lang="en-GB" sz="1600" dirty="0" err="1">
                <a:latin typeface="+mj-lt"/>
              </a:rPr>
              <a:t>Chaddad</a:t>
            </a:r>
            <a:r>
              <a:rPr lang="en-GB" sz="1600" dirty="0">
                <a:latin typeface="+mj-lt"/>
              </a:rPr>
              <a:t>, A., Peng, J., Xu, J., &amp; </a:t>
            </a:r>
            <a:r>
              <a:rPr lang="en-GB" sz="1600" dirty="0" err="1">
                <a:latin typeface="+mj-lt"/>
              </a:rPr>
              <a:t>Bouridane</a:t>
            </a:r>
            <a:r>
              <a:rPr lang="en-GB" sz="1600" dirty="0">
                <a:latin typeface="+mj-lt"/>
              </a:rPr>
              <a:t>, A. (2023). Survey of explainable AI techniques in healthcare. </a:t>
            </a:r>
            <a:r>
              <a:rPr lang="en-GB" sz="1600" i="1" dirty="0">
                <a:latin typeface="+mj-lt"/>
              </a:rPr>
              <a:t>Sensors</a:t>
            </a:r>
            <a:r>
              <a:rPr lang="en-GB" sz="1600" dirty="0">
                <a:latin typeface="+mj-lt"/>
              </a:rPr>
              <a:t>, </a:t>
            </a:r>
            <a:r>
              <a:rPr lang="en-GB" sz="1600" i="1" dirty="0">
                <a:latin typeface="+mj-lt"/>
              </a:rPr>
              <a:t>23</a:t>
            </a:r>
            <a:r>
              <a:rPr lang="en-GB" sz="1600" dirty="0">
                <a:latin typeface="+mj-lt"/>
              </a:rPr>
              <a:t>(2), 634.</a:t>
            </a:r>
          </a:p>
          <a:p>
            <a:pPr marL="514350" indent="-514350">
              <a:buFont typeface="+mj-lt"/>
              <a:buAutoNum type="arabicPeriod" startAt="22"/>
            </a:pPr>
            <a:r>
              <a:rPr lang="en-IN" sz="1600" dirty="0" err="1">
                <a:latin typeface="+mj-lt"/>
              </a:rPr>
              <a:t>Bennetot</a:t>
            </a:r>
            <a:r>
              <a:rPr lang="en-IN" sz="1600" dirty="0">
                <a:latin typeface="+mj-lt"/>
              </a:rPr>
              <a:t>, A., </a:t>
            </a:r>
            <a:r>
              <a:rPr lang="en-IN" sz="1600" dirty="0" err="1">
                <a:latin typeface="+mj-lt"/>
              </a:rPr>
              <a:t>Donadello</a:t>
            </a:r>
            <a:r>
              <a:rPr lang="en-IN" sz="1600" dirty="0">
                <a:latin typeface="+mj-lt"/>
              </a:rPr>
              <a:t>, I., El Qadi El Haouari, A., </a:t>
            </a:r>
            <a:r>
              <a:rPr lang="en-IN" sz="1600" dirty="0" err="1">
                <a:latin typeface="+mj-lt"/>
              </a:rPr>
              <a:t>Dragoni</a:t>
            </a:r>
            <a:r>
              <a:rPr lang="en-IN" sz="1600" dirty="0">
                <a:latin typeface="+mj-lt"/>
              </a:rPr>
              <a:t>, M., Frossard, T., Wagner, B., ... &amp; Diaz-Rodriguez, N. (2024). A practical tutorial on explainable AI techniques. </a:t>
            </a:r>
            <a:r>
              <a:rPr lang="en-IN" sz="1600" i="1" dirty="0">
                <a:latin typeface="+mj-lt"/>
              </a:rPr>
              <a:t>ACM Computing Surveys</a:t>
            </a:r>
            <a:r>
              <a:rPr lang="en-IN" sz="1600" dirty="0">
                <a:latin typeface="+mj-lt"/>
              </a:rPr>
              <a:t>, </a:t>
            </a:r>
            <a:r>
              <a:rPr lang="en-IN" sz="1600" i="1" dirty="0">
                <a:latin typeface="+mj-lt"/>
              </a:rPr>
              <a:t>57</a:t>
            </a:r>
            <a:r>
              <a:rPr lang="en-IN" sz="1600" dirty="0">
                <a:latin typeface="+mj-lt"/>
              </a:rPr>
              <a:t>(2), 1-44.</a:t>
            </a:r>
          </a:p>
          <a:p>
            <a:pPr marL="514350" indent="-514350">
              <a:buFont typeface="+mj-lt"/>
              <a:buAutoNum type="arabicPeriod" startAt="22"/>
            </a:pPr>
            <a:r>
              <a:rPr lang="en-GB" sz="1600" dirty="0">
                <a:latin typeface="+mj-lt"/>
              </a:rPr>
              <a:t>Hanif, A., Zhang, X., &amp; Wood, S. (2021, October). A survey on explainable artificial intelligence techniques and challenges. In </a:t>
            </a:r>
            <a:r>
              <a:rPr lang="en-GB" sz="1600" i="1" dirty="0">
                <a:latin typeface="+mj-lt"/>
              </a:rPr>
              <a:t>2021 IEEE 25th international enterprise distributed object computing workshop (EDOCW)</a:t>
            </a:r>
            <a:r>
              <a:rPr lang="en-GB" sz="1600" dirty="0">
                <a:latin typeface="+mj-lt"/>
              </a:rPr>
              <a:t> (pp. 81-89). IEEE.</a:t>
            </a:r>
          </a:p>
          <a:p>
            <a:pPr marL="514350" indent="-514350">
              <a:buFont typeface="+mj-lt"/>
              <a:buAutoNum type="arabicPeriod" startAt="22"/>
            </a:pPr>
            <a:r>
              <a:rPr lang="en-GB" sz="1600" dirty="0">
                <a:latin typeface="+mj-lt"/>
              </a:rPr>
              <a:t>Abusitta, A., Li, M. Q., &amp; Fung, B. C. (2024). Survey on Explainable AI: Techniques, challenges and open issues. </a:t>
            </a:r>
            <a:r>
              <a:rPr lang="en-GB" sz="1600" i="1" dirty="0">
                <a:latin typeface="+mj-lt"/>
              </a:rPr>
              <a:t>Expert Systems with Applications</a:t>
            </a:r>
            <a:r>
              <a:rPr lang="en-GB" sz="1600" dirty="0">
                <a:latin typeface="+mj-lt"/>
              </a:rPr>
              <a:t>, </a:t>
            </a:r>
            <a:r>
              <a:rPr lang="en-GB" sz="1600" i="1" dirty="0">
                <a:latin typeface="+mj-lt"/>
              </a:rPr>
              <a:t>255</a:t>
            </a:r>
            <a:r>
              <a:rPr lang="en-GB" sz="1600" dirty="0">
                <a:latin typeface="+mj-lt"/>
              </a:rPr>
              <a:t>, 124710.</a:t>
            </a:r>
            <a:endParaRPr lang="en-IN" sz="1600" dirty="0">
              <a:latin typeface="+mj-lt"/>
            </a:endParaRPr>
          </a:p>
        </p:txBody>
      </p:sp>
      <p:sp>
        <p:nvSpPr>
          <p:cNvPr id="4" name="Title 1">
            <a:extLst>
              <a:ext uri="{FF2B5EF4-FFF2-40B4-BE49-F238E27FC236}">
                <a16:creationId xmlns:a16="http://schemas.microsoft.com/office/drawing/2014/main" id="{0F05C49E-0FDA-59F7-6920-3BB5152B9336}"/>
              </a:ext>
            </a:extLst>
          </p:cNvPr>
          <p:cNvSpPr>
            <a:spLocks noGrp="1"/>
          </p:cNvSpPr>
          <p:nvPr>
            <p:ph type="title"/>
          </p:nvPr>
        </p:nvSpPr>
        <p:spPr>
          <a:xfrm>
            <a:off x="838200" y="365125"/>
            <a:ext cx="10515600" cy="1325563"/>
          </a:xfrm>
        </p:spPr>
        <p:txBody>
          <a:bodyPr/>
          <a:lstStyle/>
          <a:p>
            <a:pPr lvl="0" algn="ctr" fontAlgn="base"/>
            <a:r>
              <a:rPr lang="en-IN" dirty="0"/>
              <a:t>References</a:t>
            </a:r>
          </a:p>
        </p:txBody>
      </p:sp>
    </p:spTree>
    <p:extLst>
      <p:ext uri="{BB962C8B-B14F-4D97-AF65-F5344CB8AC3E}">
        <p14:creationId xmlns:p14="http://schemas.microsoft.com/office/powerpoint/2010/main" val="21266421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TotalTime>
  <Words>2652</Words>
  <Application>Microsoft Office PowerPoint</Application>
  <PresentationFormat>Widescreen</PresentationFormat>
  <Paragraphs>130</Paragraphs>
  <Slides>31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Times New Roman</vt:lpstr>
      <vt:lpstr>Office Theme</vt:lpstr>
      <vt:lpstr> ZEROTH REVIEW Balancing Accuracy and Interpretability: A Post-hoc Explainable AI Framework for Structured Data Project Category: RESEARCH</vt:lpstr>
      <vt:lpstr>Abstract</vt:lpstr>
      <vt:lpstr>Introduction</vt:lpstr>
      <vt:lpstr>Introduction</vt:lpstr>
      <vt:lpstr>Introduction</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Research Gaps</vt:lpstr>
      <vt:lpstr>Objectives</vt:lpstr>
      <vt:lpstr>Justification of Project SDG</vt:lpstr>
      <vt:lpstr>Justification of Project SDG</vt:lpstr>
      <vt:lpstr>Plan of Action (Timeline)</vt:lpstr>
      <vt:lpstr>Plan of Action (Timeline)</vt:lpstr>
      <vt:lpstr>Plan of Action (Timeline)</vt:lpstr>
      <vt:lpstr>Plan of Action (Timeline)</vt:lpstr>
      <vt:lpstr>References</vt:lpstr>
      <vt:lpstr>References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senthil kumar</dc:creator>
  <cp:lastModifiedBy>Vignesh R</cp:lastModifiedBy>
  <cp:revision>2</cp:revision>
  <dcterms:created xsi:type="dcterms:W3CDTF">2024-07-15T07:58:00Z</dcterms:created>
  <dcterms:modified xsi:type="dcterms:W3CDTF">2026-01-27T01:39:20Z</dcterms:modified>
</cp:coreProperties>
</file>